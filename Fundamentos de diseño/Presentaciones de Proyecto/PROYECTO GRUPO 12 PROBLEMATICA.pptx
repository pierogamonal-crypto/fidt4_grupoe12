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1430000" cy="7353300"/>
  <p:notesSz cx="6858000" cy="9144000"/>
  <p:embeddedFontLst>
    <p:embeddedFont>
      <p:font typeface="IBM Plex Sans" charset="1" panose="020B0503050203000203"/>
      <p:regular r:id="rId18"/>
    </p:embeddedFont>
    <p:embeddedFont>
      <p:font typeface="Open Sans 1 Bold" charset="1" panose="020B0806030504020204"/>
      <p:regular r:id="rId19"/>
    </p:embeddedFont>
    <p:embeddedFont>
      <p:font typeface="IBM Plex Sans Bold" charset="1" panose="020B0803050203000203"/>
      <p:regular r:id="rId20"/>
    </p:embeddedFont>
    <p:embeddedFont>
      <p:font typeface="Open Sans 1" charset="1" panose="020B0606030504020204"/>
      <p:regular r:id="rId21"/>
    </p:embeddedFont>
    <p:embeddedFont>
      <p:font typeface="IBM Plex Sans Italics" charset="1" panose="020B0503050203000203"/>
      <p:regular r:id="rId22"/>
    </p:embeddedFont>
    <p:embeddedFont>
      <p:font typeface="Open Sans 2 Bold" charset="1" panose="00000000000000000000"/>
      <p:regular r:id="rId23"/>
    </p:embeddedFont>
    <p:embeddedFont>
      <p:font typeface="Open Sans 2" charset="1" panose="00000000000000000000"/>
      <p:regular r:id="rId24"/>
    </p:embeddedFont>
    <p:embeddedFont>
      <p:font typeface="Open Sans 3 Bold" charset="1" panose="020B0806030504020204"/>
      <p:regular r:id="rId25"/>
    </p:embeddedFont>
    <p:embeddedFont>
      <p:font typeface="Chau Philomene" charset="1" panose="020008060400000200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0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https://canva.link/wxo943ypez8j9ko" TargetMode="External" Type="http://schemas.openxmlformats.org/officeDocument/2006/relationships/hyperlink"/><Relationship Id="rId4" Target="../media/image21.png" Type="http://schemas.openxmlformats.org/officeDocument/2006/relationships/image"/><Relationship Id="rId5" Target="https://canva.link/wxo943ypez8j9ko" TargetMode="External" Type="http://schemas.openxmlformats.org/officeDocument/2006/relationships/hyperlink"/><Relationship Id="rId6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3302" y="1312890"/>
            <a:ext cx="11426698" cy="1402230"/>
          </a:xfrm>
          <a:prstGeom prst="rect">
            <a:avLst/>
          </a:prstGeom>
          <a:solidFill>
            <a:srgbClr val="CFDBFF"/>
          </a:solidFill>
        </p:spPr>
      </p:sp>
      <p:sp>
        <p:nvSpPr>
          <p:cNvPr name="AutoShape 3" id="3"/>
          <p:cNvSpPr/>
          <p:nvPr/>
        </p:nvSpPr>
        <p:spPr>
          <a:xfrm>
            <a:off x="526709" y="3695852"/>
            <a:ext cx="405686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2035" y="460038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1"/>
                </a:lnTo>
                <a:lnTo>
                  <a:pt x="0" y="81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94" r="0" b="-3994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03180" y="4144194"/>
            <a:ext cx="7766841" cy="3379863"/>
            <a:chOff x="0" y="0"/>
            <a:chExt cx="93389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897" cy="406400"/>
            </a:xfrm>
            <a:custGeom>
              <a:avLst/>
              <a:gdLst/>
              <a:ahLst/>
              <a:cxnLst/>
              <a:rect r="r" b="b" t="t" l="l"/>
              <a:pathLst>
                <a:path h="406400" w="933897">
                  <a:moveTo>
                    <a:pt x="730697" y="0"/>
                  </a:moveTo>
                  <a:cubicBezTo>
                    <a:pt x="842927" y="0"/>
                    <a:pt x="933897" y="90970"/>
                    <a:pt x="933897" y="203200"/>
                  </a:cubicBezTo>
                  <a:cubicBezTo>
                    <a:pt x="933897" y="315430"/>
                    <a:pt x="842927" y="406400"/>
                    <a:pt x="730697" y="406400"/>
                  </a:cubicBezTo>
                  <a:lnTo>
                    <a:pt x="203200" y="406400"/>
                  </a:lnTo>
                  <a:cubicBezTo>
                    <a:pt x="90970" y="406400"/>
                    <a:pt x="0" y="315430"/>
                    <a:pt x="0" y="203200"/>
                  </a:cubicBezTo>
                  <a:cubicBezTo>
                    <a:pt x="0" y="90970"/>
                    <a:pt x="90970" y="0"/>
                    <a:pt x="203200" y="0"/>
                  </a:cubicBezTo>
                  <a:lnTo>
                    <a:pt x="730697" y="0"/>
                  </a:lnTo>
                </a:path>
              </a:pathLst>
            </a:custGeom>
            <a:blipFill>
              <a:blip r:embed="rId3"/>
              <a:stretch>
                <a:fillRect l="0" t="-36174" r="0" b="-36174"/>
              </a:stretch>
            </a:blipFill>
            <a:ln w="95250" cap="sq">
              <a:solidFill>
                <a:srgbClr val="CFDB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090743" y="2014005"/>
            <a:ext cx="3835026" cy="383502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9047" t="0" r="-39047" b="0"/>
              </a:stretch>
            </a:blipFill>
            <a:ln w="95250" cap="sq">
              <a:solidFill>
                <a:srgbClr val="CFDB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26709" y="3294478"/>
            <a:ext cx="1464602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ODS 2 · HAMBRE CERO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2009" y="3294478"/>
            <a:ext cx="1340158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ODS 6 · AGUA LIMPIA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34592" y="3294478"/>
            <a:ext cx="2464013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ODS 12 · PRODUCCIÓN RESPONSABLE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6709" y="1557471"/>
            <a:ext cx="9481547" cy="10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Bajas temperaturas y heladas en los cultivos altoandinos del Perú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113" y="361832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6709" y="2848470"/>
            <a:ext cx="5610158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problemática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producción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agrícola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y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seguridad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alimentaria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4007" y="4035762"/>
            <a:ext cx="10321985" cy="158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Equipo 12: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  <a:p>
            <a:pPr algn="l" marL="291465" indent="-145732" lvl="1">
              <a:lnSpc>
                <a:spcPts val="2174"/>
              </a:lnSpc>
              <a:buFont typeface="Arial"/>
              <a:buChar char="•"/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Gamonal Castro Piero Alexander</a:t>
            </a:r>
          </a:p>
          <a:p>
            <a:pPr algn="l" marL="291465" indent="-145732" lvl="1">
              <a:lnSpc>
                <a:spcPts val="2174"/>
              </a:lnSpc>
              <a:buFont typeface="Arial"/>
              <a:buChar char="•"/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Barzola Reategui Josue Obed </a:t>
            </a:r>
          </a:p>
          <a:p>
            <a:pPr algn="l" marL="291465" indent="-145732" lvl="1">
              <a:lnSpc>
                <a:spcPts val="2174"/>
              </a:lnSpc>
              <a:buFont typeface="Arial"/>
              <a:buChar char="•"/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Uscamayta Lazaro Marx </a:t>
            </a:r>
          </a:p>
          <a:p>
            <a:pPr algn="l" marL="291465" indent="-145732" lvl="1">
              <a:lnSpc>
                <a:spcPts val="2174"/>
              </a:lnSpc>
              <a:buFont typeface="Arial"/>
              <a:buChar char="•"/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Loarte Nathals Felipe Gabriel </a:t>
            </a:r>
          </a:p>
          <a:p>
            <a:pPr algn="l" marL="291465" indent="-145732" lvl="1">
              <a:lnSpc>
                <a:spcPts val="2174"/>
              </a:lnSpc>
              <a:buFont typeface="Arial"/>
              <a:buChar char="•"/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Galarza Vivanco Angel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57200"/>
            <a:ext cx="11430000" cy="6438900"/>
            <a:chOff x="0" y="0"/>
            <a:chExt cx="11430000" cy="6438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2" y="457200"/>
            <a:ext cx="11425238" cy="6438900"/>
            <a:chOff x="0" y="0"/>
            <a:chExt cx="15233650" cy="858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3365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33650">
                  <a:moveTo>
                    <a:pt x="0" y="0"/>
                  </a:moveTo>
                  <a:lnTo>
                    <a:pt x="15233650" y="0"/>
                  </a:lnTo>
                  <a:lnTo>
                    <a:pt x="1523365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083409" y="717252"/>
            <a:ext cx="3038475" cy="257175"/>
          </a:xfrm>
          <a:custGeom>
            <a:avLst/>
            <a:gdLst/>
            <a:ahLst/>
            <a:cxnLst/>
            <a:rect r="r" b="b" t="t" l="l"/>
            <a:pathLst>
              <a:path h="257175" w="3038475">
                <a:moveTo>
                  <a:pt x="0" y="0"/>
                </a:moveTo>
                <a:lnTo>
                  <a:pt x="3038475" y="0"/>
                </a:lnTo>
                <a:lnTo>
                  <a:pt x="30384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1219" y="3264894"/>
            <a:ext cx="994962" cy="3223812"/>
            <a:chOff x="0" y="0"/>
            <a:chExt cx="994969" cy="32238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8834" y="68834"/>
              <a:ext cx="857253" cy="1028701"/>
            </a:xfrm>
            <a:custGeom>
              <a:avLst/>
              <a:gdLst/>
              <a:ahLst/>
              <a:cxnLst/>
              <a:rect r="r" b="b" t="t" l="l"/>
              <a:pathLst>
                <a:path h="1028701" w="857253">
                  <a:moveTo>
                    <a:pt x="0" y="857251"/>
                  </a:moveTo>
                  <a:lnTo>
                    <a:pt x="428627" y="1028701"/>
                  </a:lnTo>
                  <a:lnTo>
                    <a:pt x="857253" y="857251"/>
                  </a:lnTo>
                  <a:lnTo>
                    <a:pt x="857253" y="0"/>
                  </a:lnTo>
                  <a:lnTo>
                    <a:pt x="428627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493"/>
              <a:ext cx="868048" cy="1039376"/>
            </a:xfrm>
            <a:custGeom>
              <a:avLst/>
              <a:gdLst/>
              <a:ahLst/>
              <a:cxnLst/>
              <a:rect r="r" b="b" t="t" l="l"/>
              <a:pathLst>
                <a:path h="1039376" w="868048">
                  <a:moveTo>
                    <a:pt x="7366" y="857639"/>
                  </a:moveTo>
                  <a:lnTo>
                    <a:pt x="435993" y="1029089"/>
                  </a:lnTo>
                  <a:lnTo>
                    <a:pt x="433961" y="1034042"/>
                  </a:lnTo>
                  <a:lnTo>
                    <a:pt x="431929" y="1029089"/>
                  </a:lnTo>
                  <a:lnTo>
                    <a:pt x="860555" y="857639"/>
                  </a:lnTo>
                  <a:lnTo>
                    <a:pt x="862587" y="862592"/>
                  </a:lnTo>
                  <a:lnTo>
                    <a:pt x="857253" y="862592"/>
                  </a:lnTo>
                  <a:lnTo>
                    <a:pt x="857253" y="5341"/>
                  </a:lnTo>
                  <a:lnTo>
                    <a:pt x="862587" y="5341"/>
                  </a:lnTo>
                  <a:lnTo>
                    <a:pt x="864619" y="10294"/>
                  </a:lnTo>
                  <a:lnTo>
                    <a:pt x="435993" y="181744"/>
                  </a:lnTo>
                  <a:cubicBezTo>
                    <a:pt x="434723" y="182252"/>
                    <a:pt x="433326" y="182252"/>
                    <a:pt x="432056" y="181744"/>
                  </a:cubicBezTo>
                  <a:lnTo>
                    <a:pt x="3429" y="10294"/>
                  </a:lnTo>
                  <a:lnTo>
                    <a:pt x="5461" y="5341"/>
                  </a:lnTo>
                  <a:lnTo>
                    <a:pt x="10795" y="5341"/>
                  </a:lnTo>
                  <a:lnTo>
                    <a:pt x="10795" y="862592"/>
                  </a:lnTo>
                  <a:lnTo>
                    <a:pt x="5334" y="862592"/>
                  </a:lnTo>
                  <a:lnTo>
                    <a:pt x="7366" y="857639"/>
                  </a:lnTo>
                  <a:moveTo>
                    <a:pt x="3429" y="867545"/>
                  </a:moveTo>
                  <a:cubicBezTo>
                    <a:pt x="1397" y="866783"/>
                    <a:pt x="0" y="864751"/>
                    <a:pt x="0" y="862592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3" y="171838"/>
                  </a:lnTo>
                  <a:lnTo>
                    <a:pt x="433961" y="176791"/>
                  </a:lnTo>
                  <a:lnTo>
                    <a:pt x="431929" y="171838"/>
                  </a:lnTo>
                  <a:lnTo>
                    <a:pt x="860682" y="388"/>
                  </a:lnTo>
                  <a:cubicBezTo>
                    <a:pt x="862333" y="-247"/>
                    <a:pt x="864238" y="-120"/>
                    <a:pt x="865635" y="896"/>
                  </a:cubicBezTo>
                  <a:cubicBezTo>
                    <a:pt x="867032" y="1912"/>
                    <a:pt x="868048" y="3563"/>
                    <a:pt x="868048" y="5341"/>
                  </a:cubicBezTo>
                  <a:lnTo>
                    <a:pt x="868048" y="862592"/>
                  </a:lnTo>
                  <a:cubicBezTo>
                    <a:pt x="868048" y="864751"/>
                    <a:pt x="866651" y="866783"/>
                    <a:pt x="864619" y="867545"/>
                  </a:cubicBezTo>
                  <a:lnTo>
                    <a:pt x="435993" y="1038995"/>
                  </a:lnTo>
                  <a:cubicBezTo>
                    <a:pt x="434723" y="1039503"/>
                    <a:pt x="433326" y="1039503"/>
                    <a:pt x="432056" y="1038995"/>
                  </a:cubicBezTo>
                  <a:lnTo>
                    <a:pt x="3429" y="867545"/>
                  </a:lnTo>
                  <a:close/>
                </a:path>
              </a:pathLst>
            </a:custGeom>
            <a:solidFill>
              <a:srgbClr val="C8CAC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834" y="1097535"/>
              <a:ext cx="857253" cy="1028701"/>
            </a:xfrm>
            <a:custGeom>
              <a:avLst/>
              <a:gdLst/>
              <a:ahLst/>
              <a:cxnLst/>
              <a:rect r="r" b="b" t="t" l="l"/>
              <a:pathLst>
                <a:path h="1028701" w="857253">
                  <a:moveTo>
                    <a:pt x="0" y="857251"/>
                  </a:moveTo>
                  <a:lnTo>
                    <a:pt x="428627" y="1028701"/>
                  </a:lnTo>
                  <a:lnTo>
                    <a:pt x="857253" y="857251"/>
                  </a:lnTo>
                  <a:lnTo>
                    <a:pt x="857253" y="0"/>
                  </a:lnTo>
                  <a:lnTo>
                    <a:pt x="428627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1092194"/>
              <a:ext cx="867921" cy="1039376"/>
            </a:xfrm>
            <a:custGeom>
              <a:avLst/>
              <a:gdLst/>
              <a:ahLst/>
              <a:cxnLst/>
              <a:rect r="r" b="b" t="t" l="l"/>
              <a:pathLst>
                <a:path h="1039376" w="867921">
                  <a:moveTo>
                    <a:pt x="7366" y="857639"/>
                  </a:moveTo>
                  <a:lnTo>
                    <a:pt x="435993" y="1029089"/>
                  </a:lnTo>
                  <a:lnTo>
                    <a:pt x="433961" y="1034042"/>
                  </a:lnTo>
                  <a:lnTo>
                    <a:pt x="431929" y="1029089"/>
                  </a:lnTo>
                  <a:lnTo>
                    <a:pt x="860555" y="857639"/>
                  </a:lnTo>
                  <a:lnTo>
                    <a:pt x="862587" y="862592"/>
                  </a:lnTo>
                  <a:lnTo>
                    <a:pt x="857253" y="862592"/>
                  </a:lnTo>
                  <a:lnTo>
                    <a:pt x="857253" y="5341"/>
                  </a:lnTo>
                  <a:lnTo>
                    <a:pt x="862587" y="5341"/>
                  </a:lnTo>
                  <a:lnTo>
                    <a:pt x="864619" y="10294"/>
                  </a:lnTo>
                  <a:lnTo>
                    <a:pt x="435993" y="181744"/>
                  </a:lnTo>
                  <a:cubicBezTo>
                    <a:pt x="434723" y="182252"/>
                    <a:pt x="433326" y="182252"/>
                    <a:pt x="432056" y="181744"/>
                  </a:cubicBezTo>
                  <a:lnTo>
                    <a:pt x="3429" y="10294"/>
                  </a:lnTo>
                  <a:lnTo>
                    <a:pt x="5461" y="5341"/>
                  </a:lnTo>
                  <a:lnTo>
                    <a:pt x="10795" y="5341"/>
                  </a:lnTo>
                  <a:lnTo>
                    <a:pt x="10795" y="862592"/>
                  </a:lnTo>
                  <a:lnTo>
                    <a:pt x="5334" y="862592"/>
                  </a:lnTo>
                  <a:lnTo>
                    <a:pt x="7366" y="857639"/>
                  </a:lnTo>
                  <a:moveTo>
                    <a:pt x="3429" y="867545"/>
                  </a:moveTo>
                  <a:cubicBezTo>
                    <a:pt x="1397" y="866783"/>
                    <a:pt x="0" y="864751"/>
                    <a:pt x="0" y="862592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3" y="171838"/>
                  </a:lnTo>
                  <a:lnTo>
                    <a:pt x="433961" y="176791"/>
                  </a:lnTo>
                  <a:lnTo>
                    <a:pt x="431929" y="171838"/>
                  </a:lnTo>
                  <a:lnTo>
                    <a:pt x="860555" y="388"/>
                  </a:lnTo>
                  <a:cubicBezTo>
                    <a:pt x="862206" y="-247"/>
                    <a:pt x="864111" y="-120"/>
                    <a:pt x="865508" y="896"/>
                  </a:cubicBezTo>
                  <a:cubicBezTo>
                    <a:pt x="866905" y="1912"/>
                    <a:pt x="867921" y="3563"/>
                    <a:pt x="867921" y="5341"/>
                  </a:cubicBezTo>
                  <a:lnTo>
                    <a:pt x="867921" y="862592"/>
                  </a:lnTo>
                  <a:cubicBezTo>
                    <a:pt x="867921" y="864751"/>
                    <a:pt x="866524" y="866783"/>
                    <a:pt x="864492" y="867545"/>
                  </a:cubicBezTo>
                  <a:lnTo>
                    <a:pt x="435866" y="1038995"/>
                  </a:lnTo>
                  <a:cubicBezTo>
                    <a:pt x="434596" y="1039503"/>
                    <a:pt x="433199" y="1039503"/>
                    <a:pt x="431929" y="1038995"/>
                  </a:cubicBezTo>
                  <a:lnTo>
                    <a:pt x="3429" y="867545"/>
                  </a:lnTo>
                  <a:close/>
                </a:path>
              </a:pathLst>
            </a:custGeom>
            <a:solidFill>
              <a:srgbClr val="C8CAC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8834" y="2126236"/>
              <a:ext cx="857253" cy="1028701"/>
            </a:xfrm>
            <a:custGeom>
              <a:avLst/>
              <a:gdLst/>
              <a:ahLst/>
              <a:cxnLst/>
              <a:rect r="r" b="b" t="t" l="l"/>
              <a:pathLst>
                <a:path h="1028701" w="857253">
                  <a:moveTo>
                    <a:pt x="0" y="857251"/>
                  </a:moveTo>
                  <a:lnTo>
                    <a:pt x="428627" y="1028701"/>
                  </a:lnTo>
                  <a:lnTo>
                    <a:pt x="857253" y="857251"/>
                  </a:lnTo>
                  <a:lnTo>
                    <a:pt x="857253" y="0"/>
                  </a:lnTo>
                  <a:lnTo>
                    <a:pt x="428627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2120895"/>
              <a:ext cx="867921" cy="1039376"/>
            </a:xfrm>
            <a:custGeom>
              <a:avLst/>
              <a:gdLst/>
              <a:ahLst/>
              <a:cxnLst/>
              <a:rect r="r" b="b" t="t" l="l"/>
              <a:pathLst>
                <a:path h="1039376" w="867921">
                  <a:moveTo>
                    <a:pt x="7366" y="857639"/>
                  </a:moveTo>
                  <a:lnTo>
                    <a:pt x="435993" y="1029089"/>
                  </a:lnTo>
                  <a:lnTo>
                    <a:pt x="433961" y="1034042"/>
                  </a:lnTo>
                  <a:lnTo>
                    <a:pt x="431929" y="1029089"/>
                  </a:lnTo>
                  <a:lnTo>
                    <a:pt x="860555" y="857639"/>
                  </a:lnTo>
                  <a:lnTo>
                    <a:pt x="862587" y="862592"/>
                  </a:lnTo>
                  <a:lnTo>
                    <a:pt x="857253" y="862592"/>
                  </a:lnTo>
                  <a:lnTo>
                    <a:pt x="857253" y="5341"/>
                  </a:lnTo>
                  <a:lnTo>
                    <a:pt x="862587" y="5341"/>
                  </a:lnTo>
                  <a:lnTo>
                    <a:pt x="864619" y="10294"/>
                  </a:lnTo>
                  <a:lnTo>
                    <a:pt x="435993" y="181744"/>
                  </a:lnTo>
                  <a:cubicBezTo>
                    <a:pt x="434723" y="182252"/>
                    <a:pt x="433326" y="182252"/>
                    <a:pt x="432056" y="181744"/>
                  </a:cubicBezTo>
                  <a:lnTo>
                    <a:pt x="3429" y="10294"/>
                  </a:lnTo>
                  <a:lnTo>
                    <a:pt x="5461" y="5341"/>
                  </a:lnTo>
                  <a:lnTo>
                    <a:pt x="10795" y="5341"/>
                  </a:lnTo>
                  <a:lnTo>
                    <a:pt x="10795" y="862592"/>
                  </a:lnTo>
                  <a:lnTo>
                    <a:pt x="5334" y="862592"/>
                  </a:lnTo>
                  <a:lnTo>
                    <a:pt x="7366" y="857639"/>
                  </a:lnTo>
                  <a:moveTo>
                    <a:pt x="3429" y="867545"/>
                  </a:moveTo>
                  <a:cubicBezTo>
                    <a:pt x="1397" y="866783"/>
                    <a:pt x="0" y="864751"/>
                    <a:pt x="0" y="862592"/>
                  </a:cubicBezTo>
                  <a:lnTo>
                    <a:pt x="0" y="5341"/>
                  </a:lnTo>
                  <a:cubicBezTo>
                    <a:pt x="0" y="3563"/>
                    <a:pt x="889" y="1912"/>
                    <a:pt x="2413" y="896"/>
                  </a:cubicBezTo>
                  <a:cubicBezTo>
                    <a:pt x="3937" y="-120"/>
                    <a:pt x="5715" y="-247"/>
                    <a:pt x="7366" y="388"/>
                  </a:cubicBezTo>
                  <a:lnTo>
                    <a:pt x="435993" y="171838"/>
                  </a:lnTo>
                  <a:lnTo>
                    <a:pt x="433961" y="176791"/>
                  </a:lnTo>
                  <a:lnTo>
                    <a:pt x="431929" y="171838"/>
                  </a:lnTo>
                  <a:lnTo>
                    <a:pt x="860555" y="388"/>
                  </a:lnTo>
                  <a:cubicBezTo>
                    <a:pt x="862206" y="-247"/>
                    <a:pt x="864111" y="-120"/>
                    <a:pt x="865508" y="896"/>
                  </a:cubicBezTo>
                  <a:cubicBezTo>
                    <a:pt x="866905" y="1912"/>
                    <a:pt x="867921" y="3563"/>
                    <a:pt x="867921" y="5341"/>
                  </a:cubicBezTo>
                  <a:lnTo>
                    <a:pt x="867921" y="862592"/>
                  </a:lnTo>
                  <a:cubicBezTo>
                    <a:pt x="867921" y="864751"/>
                    <a:pt x="866524" y="866783"/>
                    <a:pt x="864492" y="867545"/>
                  </a:cubicBezTo>
                  <a:lnTo>
                    <a:pt x="435866" y="1038995"/>
                  </a:lnTo>
                  <a:cubicBezTo>
                    <a:pt x="434596" y="1039503"/>
                    <a:pt x="433199" y="1039503"/>
                    <a:pt x="431929" y="1038995"/>
                  </a:cubicBezTo>
                  <a:lnTo>
                    <a:pt x="3429" y="867545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00075" y="1222048"/>
            <a:ext cx="5904388" cy="130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b="true" sz="2775" spc="-27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CULTIVOS ALTOANDINOS EXPUESTOS A BAJAS TEMPERATURAS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1265" y="4600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94" r="0" b="-399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56737" y="734111"/>
            <a:ext cx="2891819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 PERUANA CAYETANO HEREDIA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083409" y="476761"/>
            <a:ext cx="4346591" cy="6419339"/>
            <a:chOff x="0" y="0"/>
            <a:chExt cx="1075796" cy="15888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5796" cy="1588809"/>
            </a:xfrm>
            <a:custGeom>
              <a:avLst/>
              <a:gdLst/>
              <a:ahLst/>
              <a:cxnLst/>
              <a:rect r="r" b="b" t="t" l="l"/>
              <a:pathLst>
                <a:path h="1588809" w="1075796">
                  <a:moveTo>
                    <a:pt x="0" y="0"/>
                  </a:moveTo>
                  <a:lnTo>
                    <a:pt x="1075796" y="0"/>
                  </a:lnTo>
                  <a:lnTo>
                    <a:pt x="1075796" y="1588809"/>
                  </a:lnTo>
                  <a:lnTo>
                    <a:pt x="0" y="1588809"/>
                  </a:lnTo>
                  <a:close/>
                </a:path>
              </a:pathLst>
            </a:custGeom>
            <a:blipFill>
              <a:blip r:embed="rId6"/>
              <a:stretch>
                <a:fillRect l="-60730" t="0" r="-6073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83450" y="258962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2589628"/>
            <a:ext cx="5851327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bajas temperaturas y heladas amenazan recurrentemente los cultivos 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075" y="2865853"/>
            <a:ext cx="2389451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zonas altoandinas del Perú.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3243" y="5665270"/>
            <a:ext cx="153714" cy="36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 spc="-20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5777" y="4636570"/>
            <a:ext cx="148733" cy="36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 spc="-20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7055" y="3607870"/>
            <a:ext cx="144304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 spc="-20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775" y="4492457"/>
            <a:ext cx="2045865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Heladas frecuentes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775" y="3463757"/>
            <a:ext cx="2161508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Temperaturas ≤ 0 °C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775" y="5521157"/>
            <a:ext cx="3215592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Agricultura familiar vulnerable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347662"/>
            <a:ext cx="11420475" cy="6657975"/>
            <a:chOff x="0" y="0"/>
            <a:chExt cx="15227300" cy="8877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877300"/>
            </a:xfrm>
            <a:custGeom>
              <a:avLst/>
              <a:gdLst/>
              <a:ahLst/>
              <a:cxnLst/>
              <a:rect r="r" b="b" t="t" l="l"/>
              <a:pathLst>
                <a:path h="88773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877300"/>
                  </a:lnTo>
                  <a:lnTo>
                    <a:pt x="0" y="887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107" r="-41" b="-1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279397"/>
            <a:ext cx="11556997" cy="6794497"/>
            <a:chOff x="0" y="0"/>
            <a:chExt cx="11557000" cy="6794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321" y="539623"/>
              <a:ext cx="3038856" cy="257429"/>
            </a:xfrm>
            <a:custGeom>
              <a:avLst/>
              <a:gdLst/>
              <a:ahLst/>
              <a:cxnLst/>
              <a:rect r="r" b="b" t="t" l="l"/>
              <a:pathLst>
                <a:path h="257429" w="3038856">
                  <a:moveTo>
                    <a:pt x="254" y="209296"/>
                  </a:moveTo>
                  <a:lnTo>
                    <a:pt x="254" y="48133"/>
                  </a:lnTo>
                  <a:lnTo>
                    <a:pt x="5080" y="48133"/>
                  </a:lnTo>
                  <a:lnTo>
                    <a:pt x="381" y="48133"/>
                  </a:lnTo>
                  <a:cubicBezTo>
                    <a:pt x="381" y="41783"/>
                    <a:pt x="1651" y="35687"/>
                    <a:pt x="4064" y="29718"/>
                  </a:cubicBezTo>
                  <a:cubicBezTo>
                    <a:pt x="6477" y="23876"/>
                    <a:pt x="10033" y="18669"/>
                    <a:pt x="14478" y="14097"/>
                  </a:cubicBezTo>
                  <a:lnTo>
                    <a:pt x="17907" y="17526"/>
                  </a:lnTo>
                  <a:lnTo>
                    <a:pt x="14478" y="14097"/>
                  </a:lnTo>
                  <a:cubicBezTo>
                    <a:pt x="18923" y="9652"/>
                    <a:pt x="24130" y="6096"/>
                    <a:pt x="30099" y="3683"/>
                  </a:cubicBezTo>
                  <a:lnTo>
                    <a:pt x="31877" y="8128"/>
                  </a:lnTo>
                  <a:lnTo>
                    <a:pt x="30099" y="3683"/>
                  </a:lnTo>
                  <a:cubicBezTo>
                    <a:pt x="35941" y="1270"/>
                    <a:pt x="42164" y="0"/>
                    <a:pt x="48514" y="0"/>
                  </a:cubicBezTo>
                  <a:lnTo>
                    <a:pt x="48514" y="4826"/>
                  </a:lnTo>
                  <a:lnTo>
                    <a:pt x="48514" y="0"/>
                  </a:lnTo>
                  <a:lnTo>
                    <a:pt x="2990723" y="0"/>
                  </a:lnTo>
                  <a:lnTo>
                    <a:pt x="2990723" y="4826"/>
                  </a:lnTo>
                  <a:lnTo>
                    <a:pt x="2990723" y="0"/>
                  </a:lnTo>
                  <a:cubicBezTo>
                    <a:pt x="2997073" y="0"/>
                    <a:pt x="3003169" y="1270"/>
                    <a:pt x="3009138" y="3683"/>
                  </a:cubicBezTo>
                  <a:lnTo>
                    <a:pt x="3007360" y="8128"/>
                  </a:lnTo>
                  <a:lnTo>
                    <a:pt x="3009138" y="3683"/>
                  </a:lnTo>
                  <a:cubicBezTo>
                    <a:pt x="3014980" y="6096"/>
                    <a:pt x="3020187" y="9652"/>
                    <a:pt x="3024759" y="14097"/>
                  </a:cubicBezTo>
                  <a:cubicBezTo>
                    <a:pt x="3029204" y="18542"/>
                    <a:pt x="3032760" y="23749"/>
                    <a:pt x="3035173" y="29718"/>
                  </a:cubicBezTo>
                  <a:cubicBezTo>
                    <a:pt x="3037586" y="35560"/>
                    <a:pt x="3038856" y="41783"/>
                    <a:pt x="3038856" y="48133"/>
                  </a:cubicBezTo>
                  <a:lnTo>
                    <a:pt x="3038856" y="209296"/>
                  </a:lnTo>
                  <a:cubicBezTo>
                    <a:pt x="3038856" y="215646"/>
                    <a:pt x="3037586" y="221742"/>
                    <a:pt x="3035173" y="227711"/>
                  </a:cubicBezTo>
                  <a:cubicBezTo>
                    <a:pt x="3032760" y="233553"/>
                    <a:pt x="3029204" y="238760"/>
                    <a:pt x="3024759" y="243332"/>
                  </a:cubicBezTo>
                  <a:cubicBezTo>
                    <a:pt x="3020314" y="247777"/>
                    <a:pt x="3015107" y="251333"/>
                    <a:pt x="3009138" y="253746"/>
                  </a:cubicBezTo>
                  <a:lnTo>
                    <a:pt x="3007360" y="249301"/>
                  </a:lnTo>
                  <a:lnTo>
                    <a:pt x="3009138" y="253746"/>
                  </a:lnTo>
                  <a:cubicBezTo>
                    <a:pt x="3003296" y="256159"/>
                    <a:pt x="2997073" y="257429"/>
                    <a:pt x="2990723" y="257429"/>
                  </a:cubicBezTo>
                  <a:lnTo>
                    <a:pt x="2990723" y="252603"/>
                  </a:lnTo>
                  <a:lnTo>
                    <a:pt x="2990723" y="257429"/>
                  </a:lnTo>
                  <a:lnTo>
                    <a:pt x="48260" y="257429"/>
                  </a:lnTo>
                  <a:lnTo>
                    <a:pt x="48260" y="252603"/>
                  </a:lnTo>
                  <a:lnTo>
                    <a:pt x="48260" y="257429"/>
                  </a:lnTo>
                  <a:cubicBezTo>
                    <a:pt x="41910" y="257429"/>
                    <a:pt x="35814" y="256159"/>
                    <a:pt x="29845" y="253746"/>
                  </a:cubicBezTo>
                  <a:lnTo>
                    <a:pt x="31623" y="249301"/>
                  </a:lnTo>
                  <a:lnTo>
                    <a:pt x="29845" y="253746"/>
                  </a:lnTo>
                  <a:cubicBezTo>
                    <a:pt x="24003" y="251333"/>
                    <a:pt x="18796" y="247777"/>
                    <a:pt x="14224" y="243332"/>
                  </a:cubicBezTo>
                  <a:lnTo>
                    <a:pt x="17653" y="239903"/>
                  </a:lnTo>
                  <a:lnTo>
                    <a:pt x="14224" y="243332"/>
                  </a:lnTo>
                  <a:cubicBezTo>
                    <a:pt x="9779" y="238887"/>
                    <a:pt x="6223" y="233680"/>
                    <a:pt x="3810" y="227711"/>
                  </a:cubicBezTo>
                  <a:cubicBezTo>
                    <a:pt x="1397" y="221869"/>
                    <a:pt x="127" y="215646"/>
                    <a:pt x="127" y="209296"/>
                  </a:cubicBezTo>
                  <a:lnTo>
                    <a:pt x="4826" y="209296"/>
                  </a:lnTo>
                  <a:lnTo>
                    <a:pt x="0" y="209296"/>
                  </a:lnTo>
                  <a:moveTo>
                    <a:pt x="9525" y="209296"/>
                  </a:moveTo>
                  <a:cubicBezTo>
                    <a:pt x="9525" y="214376"/>
                    <a:pt x="10541" y="219329"/>
                    <a:pt x="12446" y="224028"/>
                  </a:cubicBezTo>
                  <a:lnTo>
                    <a:pt x="8001" y="225806"/>
                  </a:lnTo>
                  <a:lnTo>
                    <a:pt x="12446" y="224028"/>
                  </a:lnTo>
                  <a:cubicBezTo>
                    <a:pt x="14351" y="228727"/>
                    <a:pt x="17145" y="232918"/>
                    <a:pt x="20828" y="236474"/>
                  </a:cubicBezTo>
                  <a:cubicBezTo>
                    <a:pt x="24384" y="240030"/>
                    <a:pt x="28575" y="242824"/>
                    <a:pt x="33274" y="244856"/>
                  </a:cubicBezTo>
                  <a:cubicBezTo>
                    <a:pt x="37973" y="246761"/>
                    <a:pt x="42926" y="247777"/>
                    <a:pt x="48006" y="247777"/>
                  </a:cubicBezTo>
                  <a:lnTo>
                    <a:pt x="2990723" y="247777"/>
                  </a:lnTo>
                  <a:cubicBezTo>
                    <a:pt x="2995803" y="247777"/>
                    <a:pt x="3000756" y="246761"/>
                    <a:pt x="3005455" y="244856"/>
                  </a:cubicBezTo>
                  <a:cubicBezTo>
                    <a:pt x="3010154" y="242951"/>
                    <a:pt x="3014345" y="240157"/>
                    <a:pt x="3017901" y="236474"/>
                  </a:cubicBezTo>
                  <a:lnTo>
                    <a:pt x="3021330" y="239903"/>
                  </a:lnTo>
                  <a:lnTo>
                    <a:pt x="3017901" y="236474"/>
                  </a:lnTo>
                  <a:cubicBezTo>
                    <a:pt x="3021457" y="232918"/>
                    <a:pt x="3024251" y="228727"/>
                    <a:pt x="3026283" y="224028"/>
                  </a:cubicBezTo>
                  <a:lnTo>
                    <a:pt x="3030728" y="225806"/>
                  </a:lnTo>
                  <a:lnTo>
                    <a:pt x="3026283" y="224028"/>
                  </a:lnTo>
                  <a:cubicBezTo>
                    <a:pt x="3028188" y="219329"/>
                    <a:pt x="3029204" y="214376"/>
                    <a:pt x="3029204" y="209296"/>
                  </a:cubicBezTo>
                  <a:lnTo>
                    <a:pt x="3033903" y="209296"/>
                  </a:lnTo>
                  <a:lnTo>
                    <a:pt x="3029077" y="209296"/>
                  </a:lnTo>
                  <a:lnTo>
                    <a:pt x="3029077" y="48133"/>
                  </a:lnTo>
                  <a:lnTo>
                    <a:pt x="3033903" y="48133"/>
                  </a:lnTo>
                  <a:lnTo>
                    <a:pt x="3029204" y="48133"/>
                  </a:lnTo>
                  <a:cubicBezTo>
                    <a:pt x="3029204" y="43053"/>
                    <a:pt x="3028188" y="38100"/>
                    <a:pt x="3026283" y="33401"/>
                  </a:cubicBezTo>
                  <a:lnTo>
                    <a:pt x="3030728" y="31623"/>
                  </a:lnTo>
                  <a:lnTo>
                    <a:pt x="3026283" y="33401"/>
                  </a:lnTo>
                  <a:cubicBezTo>
                    <a:pt x="3024378" y="28702"/>
                    <a:pt x="3021584" y="24511"/>
                    <a:pt x="3017901" y="20955"/>
                  </a:cubicBezTo>
                  <a:lnTo>
                    <a:pt x="3021330" y="17526"/>
                  </a:lnTo>
                  <a:lnTo>
                    <a:pt x="3017901" y="20955"/>
                  </a:lnTo>
                  <a:cubicBezTo>
                    <a:pt x="3014345" y="17399"/>
                    <a:pt x="3010154" y="14605"/>
                    <a:pt x="3005455" y="12573"/>
                  </a:cubicBezTo>
                  <a:cubicBezTo>
                    <a:pt x="3000756" y="10541"/>
                    <a:pt x="2995803" y="9652"/>
                    <a:pt x="2990723" y="9652"/>
                  </a:cubicBezTo>
                  <a:lnTo>
                    <a:pt x="48260" y="9652"/>
                  </a:lnTo>
                  <a:cubicBezTo>
                    <a:pt x="43180" y="9652"/>
                    <a:pt x="38227" y="10668"/>
                    <a:pt x="33528" y="12573"/>
                  </a:cubicBezTo>
                  <a:cubicBezTo>
                    <a:pt x="28829" y="14478"/>
                    <a:pt x="24638" y="17272"/>
                    <a:pt x="21082" y="20955"/>
                  </a:cubicBezTo>
                  <a:cubicBezTo>
                    <a:pt x="17526" y="24511"/>
                    <a:pt x="14732" y="28702"/>
                    <a:pt x="12700" y="33401"/>
                  </a:cubicBezTo>
                  <a:lnTo>
                    <a:pt x="8255" y="31623"/>
                  </a:lnTo>
                  <a:lnTo>
                    <a:pt x="12700" y="33401"/>
                  </a:lnTo>
                  <a:cubicBezTo>
                    <a:pt x="10795" y="38100"/>
                    <a:pt x="9779" y="43053"/>
                    <a:pt x="9779" y="48133"/>
                  </a:cubicBezTo>
                  <a:lnTo>
                    <a:pt x="9779" y="209296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0075" y="2667000"/>
            <a:ext cx="3396464" cy="3686175"/>
            <a:chOff x="0" y="0"/>
            <a:chExt cx="4528618" cy="4914900"/>
          </a:xfrm>
        </p:grpSpPr>
        <p:sp>
          <p:nvSpPr>
            <p:cNvPr name="Freeform 8" id="8"/>
            <p:cNvSpPr/>
            <p:nvPr/>
          </p:nvSpPr>
          <p:spPr>
            <a:xfrm flipH="false" flipV="false" rot="-30000">
              <a:off x="-20667" y="-19302"/>
              <a:ext cx="4569951" cy="4953506"/>
            </a:xfrm>
            <a:custGeom>
              <a:avLst/>
              <a:gdLst/>
              <a:ahLst/>
              <a:cxnLst/>
              <a:rect r="r" b="b" t="t" l="l"/>
              <a:pathLst>
                <a:path h="4953506" w="4569951">
                  <a:moveTo>
                    <a:pt x="83969" y="1"/>
                  </a:moveTo>
                  <a:cubicBezTo>
                    <a:pt x="78399" y="-48"/>
                    <a:pt x="73077" y="1938"/>
                    <a:pt x="67937" y="5957"/>
                  </a:cubicBezTo>
                  <a:cubicBezTo>
                    <a:pt x="62796" y="9976"/>
                    <a:pt x="58237" y="15652"/>
                    <a:pt x="54259" y="23237"/>
                  </a:cubicBezTo>
                  <a:cubicBezTo>
                    <a:pt x="50281" y="30823"/>
                    <a:pt x="47157" y="39305"/>
                    <a:pt x="44950" y="49065"/>
                  </a:cubicBezTo>
                  <a:cubicBezTo>
                    <a:pt x="42743" y="58825"/>
                    <a:pt x="41593" y="68975"/>
                    <a:pt x="41500" y="79643"/>
                  </a:cubicBezTo>
                  <a:lnTo>
                    <a:pt x="6" y="4834342"/>
                  </a:lnTo>
                  <a:cubicBezTo>
                    <a:pt x="-86" y="4844882"/>
                    <a:pt x="885" y="4855179"/>
                    <a:pt x="2922" y="4864976"/>
                  </a:cubicBezTo>
                  <a:cubicBezTo>
                    <a:pt x="4958" y="4874773"/>
                    <a:pt x="7866" y="4883435"/>
                    <a:pt x="11779" y="4890962"/>
                  </a:cubicBezTo>
                  <a:cubicBezTo>
                    <a:pt x="15692" y="4898489"/>
                    <a:pt x="20083" y="4904370"/>
                    <a:pt x="25153" y="4908478"/>
                  </a:cubicBezTo>
                  <a:cubicBezTo>
                    <a:pt x="30223" y="4912587"/>
                    <a:pt x="35443" y="4914664"/>
                    <a:pt x="40946" y="4914712"/>
                  </a:cubicBezTo>
                  <a:lnTo>
                    <a:pt x="4486116" y="4953505"/>
                  </a:lnTo>
                  <a:cubicBezTo>
                    <a:pt x="4491619" y="4953553"/>
                    <a:pt x="4496941" y="4951567"/>
                    <a:pt x="4502015" y="4947547"/>
                  </a:cubicBezTo>
                  <a:cubicBezTo>
                    <a:pt x="4507090" y="4943527"/>
                    <a:pt x="4511715" y="4937852"/>
                    <a:pt x="4515693" y="4930267"/>
                  </a:cubicBezTo>
                  <a:cubicBezTo>
                    <a:pt x="4519671" y="4922682"/>
                    <a:pt x="4522795" y="4914199"/>
                    <a:pt x="4525002" y="4904439"/>
                  </a:cubicBezTo>
                  <a:cubicBezTo>
                    <a:pt x="4527209" y="4894679"/>
                    <a:pt x="4528360" y="4884402"/>
                    <a:pt x="4528452" y="4873861"/>
                  </a:cubicBezTo>
                  <a:lnTo>
                    <a:pt x="4569946" y="119162"/>
                  </a:lnTo>
                  <a:cubicBezTo>
                    <a:pt x="4570039" y="108495"/>
                    <a:pt x="4569066" y="98326"/>
                    <a:pt x="4567030" y="88528"/>
                  </a:cubicBezTo>
                  <a:cubicBezTo>
                    <a:pt x="4564994" y="78731"/>
                    <a:pt x="4562086" y="70070"/>
                    <a:pt x="4558173" y="62542"/>
                  </a:cubicBezTo>
                  <a:cubicBezTo>
                    <a:pt x="4554260" y="55015"/>
                    <a:pt x="4549869" y="49134"/>
                    <a:pt x="4544799" y="45026"/>
                  </a:cubicBezTo>
                  <a:cubicBezTo>
                    <a:pt x="4539729" y="40917"/>
                    <a:pt x="4534443" y="38839"/>
                    <a:pt x="4528874" y="38791"/>
                  </a:cubicBezTo>
                  <a:close/>
                </a:path>
              </a:pathLst>
            </a:custGeom>
            <a:blipFill>
              <a:blip r:embed="rId3"/>
              <a:stretch>
                <a:fillRect l="-87476" t="-12935" r="-28859" b="-15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996539" y="2667000"/>
            <a:ext cx="3066486" cy="3511010"/>
          </a:xfrm>
          <a:custGeom>
            <a:avLst/>
            <a:gdLst/>
            <a:ahLst/>
            <a:cxnLst/>
            <a:rect r="r" b="b" t="t" l="l"/>
            <a:pathLst>
              <a:path h="3511010" w="3066486">
                <a:moveTo>
                  <a:pt x="0" y="0"/>
                </a:moveTo>
                <a:lnTo>
                  <a:pt x="3066486" y="0"/>
                </a:lnTo>
                <a:lnTo>
                  <a:pt x="3066486" y="3511010"/>
                </a:lnTo>
                <a:lnTo>
                  <a:pt x="0" y="351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39" t="-1200" r="0" b="-4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2916" y="831552"/>
            <a:ext cx="2891819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 PERUANA CAYETANO HEREDIA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075" y="1098223"/>
            <a:ext cx="9388488" cy="103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Un problema especialmente relevante en los Andes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75672" y="2266172"/>
            <a:ext cx="3605956" cy="31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89" indent="-225345" lvl="1">
              <a:lnSpc>
                <a:spcPts val="2596"/>
              </a:lnSpc>
              <a:buFont typeface="Arial"/>
              <a:buChar char="•"/>
            </a:pPr>
            <a:r>
              <a:rPr lang="en-US" b="true" sz="20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Altitud</a:t>
            </a:r>
            <a:r>
              <a:rPr lang="en-US" sz="2087" spc="-16">
                <a:solidFill>
                  <a:srgbClr val="373B48"/>
                </a:solidFill>
                <a:latin typeface="Open Sans 1"/>
                <a:ea typeface="Open Sans 1"/>
                <a:cs typeface="Open Sans 1"/>
                <a:sym typeface="Open Sans 1"/>
              </a:rPr>
              <a:t> &gt; 3 000 m s. n. 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80" y="6419850"/>
            <a:ext cx="10096439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“La problemática no es únicamente la presencia de bajas temperaturas, sino la exposición de los cultivos a estas condiciones sin mecanismos de protección y respuesta oportuna.”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75672" y="2978407"/>
            <a:ext cx="3387547" cy="31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89" indent="-225345" lvl="1">
              <a:lnSpc>
                <a:spcPts val="2596"/>
              </a:lnSpc>
              <a:buFont typeface="Arial"/>
              <a:buChar char="•"/>
            </a:pPr>
            <a:r>
              <a:rPr lang="en-US" b="true" sz="20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Bajas temperaturas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32412" y="6012911"/>
            <a:ext cx="2365177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Temperaturas cercanas o inferiores a 0 °C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5672" y="3690643"/>
            <a:ext cx="3387547" cy="31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89" indent="-225345" lvl="1">
              <a:lnSpc>
                <a:spcPts val="2596"/>
              </a:lnSpc>
              <a:buFont typeface="Arial"/>
              <a:buChar char="•"/>
            </a:pPr>
            <a:r>
              <a:rPr lang="en-US" b="true" sz="20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Estrés en los cultivos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84877" y="4402878"/>
            <a:ext cx="3387547" cy="63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89" indent="-225345" lvl="1">
              <a:lnSpc>
                <a:spcPts val="2596"/>
              </a:lnSpc>
              <a:buFont typeface="Arial"/>
              <a:buChar char="•"/>
            </a:pPr>
            <a:r>
              <a:rPr lang="en-US" b="true" sz="20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Riesgo para la producción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9638" y="-869297"/>
            <a:ext cx="3542050" cy="2000341"/>
            <a:chOff x="0" y="0"/>
            <a:chExt cx="1439243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92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39243">
                  <a:moveTo>
                    <a:pt x="0" y="0"/>
                  </a:moveTo>
                  <a:lnTo>
                    <a:pt x="1439243" y="0"/>
                  </a:lnTo>
                  <a:lnTo>
                    <a:pt x="1439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3924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1265" y="3457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94" r="0" b="-399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57200"/>
            <a:ext cx="11430000" cy="6438900"/>
            <a:chOff x="0" y="0"/>
            <a:chExt cx="11430000" cy="6438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3" y="466001"/>
            <a:ext cx="11425238" cy="6438900"/>
            <a:chOff x="0" y="0"/>
            <a:chExt cx="15233650" cy="858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3365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33650">
                  <a:moveTo>
                    <a:pt x="0" y="0"/>
                  </a:moveTo>
                  <a:lnTo>
                    <a:pt x="15233650" y="0"/>
                  </a:lnTo>
                  <a:lnTo>
                    <a:pt x="1523365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86325" y="1202998"/>
            <a:ext cx="5134889" cy="109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¿Qué tan bajas pueden llegar las temperaturas?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18970" y="2473776"/>
            <a:ext cx="2039207" cy="121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6"/>
              </a:lnSpc>
            </a:pPr>
            <a:r>
              <a:rPr lang="en-US" b="true" sz="4455" spc="-44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−21,5°C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82773" y="382787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1730" y="382787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3898" y="4321626"/>
            <a:ext cx="1987277" cy="121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6"/>
              </a:lnSpc>
            </a:pPr>
            <a:r>
              <a:rPr lang="en-US" b="true" sz="4455" spc="-44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−17,5°C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2251" y="567572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5697" y="2473776"/>
            <a:ext cx="2043817" cy="121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6"/>
              </a:lnSpc>
            </a:pPr>
            <a:r>
              <a:rPr lang="en-US" b="true" sz="4455" spc="-44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−19,4°C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6387" y="3827878"/>
            <a:ext cx="43139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1508" y="3827878"/>
            <a:ext cx="2890771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mínima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registrada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40986" y="5675728"/>
            <a:ext cx="2890771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mínima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registrada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80464" y="3827878"/>
            <a:ext cx="2890771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Temperatura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mínima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registrada</a:t>
            </a:r>
            <a:r>
              <a:rPr lang="en-US" sz="1350" spc="-4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74324" y="6142558"/>
            <a:ext cx="5415677" cy="23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1" i="true" spc="-4">
                <a:solidFill>
                  <a:srgbClr val="52586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Fuente: MINAM, 2025. Anuario Estadístico del Sector Ambiente 2024.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1265" y="4600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94" r="0" b="-399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65009" y="3281143"/>
            <a:ext cx="1351955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Chuapalca, Tacna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98320" y="5115462"/>
            <a:ext cx="964287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Cojata, Puno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55560" y="3281143"/>
            <a:ext cx="1267301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Mazo Cruz, Puno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7899"/>
            <a:ext cx="11430000" cy="7134225"/>
            <a:chOff x="0" y="0"/>
            <a:chExt cx="11430000" cy="71342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7134225"/>
            </a:xfrm>
            <a:custGeom>
              <a:avLst/>
              <a:gdLst/>
              <a:ahLst/>
              <a:cxnLst/>
              <a:rect r="r" b="b" t="t" l="l"/>
              <a:pathLst>
                <a:path h="71342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134225"/>
                  </a:lnTo>
                  <a:lnTo>
                    <a:pt x="0" y="713422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313" y="2600106"/>
            <a:ext cx="6612337" cy="3746668"/>
            <a:chOff x="0" y="0"/>
            <a:chExt cx="8674100" cy="491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4100" cy="4914900"/>
            </a:xfrm>
            <a:custGeom>
              <a:avLst/>
              <a:gdLst/>
              <a:ahLst/>
              <a:cxnLst/>
              <a:rect r="r" b="b" t="t" l="l"/>
              <a:pathLst>
                <a:path h="49149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4834890"/>
                  </a:lnTo>
                  <a:cubicBezTo>
                    <a:pt x="0" y="4845431"/>
                    <a:pt x="2032" y="4855718"/>
                    <a:pt x="6096" y="4865497"/>
                  </a:cubicBezTo>
                  <a:cubicBezTo>
                    <a:pt x="10160" y="4875276"/>
                    <a:pt x="15875" y="4883912"/>
                    <a:pt x="23495" y="4891405"/>
                  </a:cubicBezTo>
                  <a:cubicBezTo>
                    <a:pt x="31115" y="4898898"/>
                    <a:pt x="39624" y="4904740"/>
                    <a:pt x="49403" y="4908804"/>
                  </a:cubicBezTo>
                  <a:cubicBezTo>
                    <a:pt x="59182" y="4912868"/>
                    <a:pt x="69215" y="4914900"/>
                    <a:pt x="79756" y="4914900"/>
                  </a:cubicBezTo>
                  <a:lnTo>
                    <a:pt x="8594344" y="4914900"/>
                  </a:lnTo>
                  <a:cubicBezTo>
                    <a:pt x="8604885" y="4914900"/>
                    <a:pt x="8615045" y="4912868"/>
                    <a:pt x="8624697" y="4908804"/>
                  </a:cubicBezTo>
                  <a:cubicBezTo>
                    <a:pt x="8634349" y="4904740"/>
                    <a:pt x="8643112" y="4899025"/>
                    <a:pt x="8650605" y="4891405"/>
                  </a:cubicBezTo>
                  <a:cubicBezTo>
                    <a:pt x="8658098" y="4883785"/>
                    <a:pt x="8663939" y="4875276"/>
                    <a:pt x="8668003" y="4865497"/>
                  </a:cubicBezTo>
                  <a:cubicBezTo>
                    <a:pt x="8672068" y="4855718"/>
                    <a:pt x="8674100" y="4845431"/>
                    <a:pt x="8674100" y="4834890"/>
                  </a:cubicBezTo>
                  <a:lnTo>
                    <a:pt x="8674100" y="80010"/>
                  </a:lnTo>
                  <a:cubicBezTo>
                    <a:pt x="8674100" y="69342"/>
                    <a:pt x="8672068" y="59182"/>
                    <a:pt x="8668003" y="49403"/>
                  </a:cubicBezTo>
                  <a:cubicBezTo>
                    <a:pt x="8663939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69" r="0" b="-426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70772" y="2368496"/>
            <a:ext cx="3432172" cy="1212847"/>
            <a:chOff x="0" y="0"/>
            <a:chExt cx="3432175" cy="1212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8199" y="68326"/>
              <a:ext cx="3295777" cy="1076325"/>
            </a:xfrm>
            <a:custGeom>
              <a:avLst/>
              <a:gdLst/>
              <a:ahLst/>
              <a:cxnLst/>
              <a:rect r="r" b="b" t="t" l="l"/>
              <a:pathLst>
                <a:path h="1076325" w="3295777">
                  <a:moveTo>
                    <a:pt x="127" y="1021080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3240532" y="0"/>
                  </a:lnTo>
                  <a:cubicBezTo>
                    <a:pt x="3244215" y="0"/>
                    <a:pt x="3247771" y="381"/>
                    <a:pt x="3251327" y="1016"/>
                  </a:cubicBezTo>
                  <a:cubicBezTo>
                    <a:pt x="3254883" y="1651"/>
                    <a:pt x="3258312" y="2794"/>
                    <a:pt x="3261741" y="4191"/>
                  </a:cubicBezTo>
                  <a:cubicBezTo>
                    <a:pt x="3265170" y="5588"/>
                    <a:pt x="3268218" y="7239"/>
                    <a:pt x="3271266" y="9271"/>
                  </a:cubicBezTo>
                  <a:cubicBezTo>
                    <a:pt x="3274314" y="11303"/>
                    <a:pt x="3277108" y="13589"/>
                    <a:pt x="3279648" y="16129"/>
                  </a:cubicBezTo>
                  <a:cubicBezTo>
                    <a:pt x="3282188" y="18669"/>
                    <a:pt x="3284474" y="21463"/>
                    <a:pt x="3286506" y="24511"/>
                  </a:cubicBezTo>
                  <a:cubicBezTo>
                    <a:pt x="3288538" y="27559"/>
                    <a:pt x="3290189" y="30734"/>
                    <a:pt x="3291586" y="34036"/>
                  </a:cubicBezTo>
                  <a:cubicBezTo>
                    <a:pt x="3292983" y="37338"/>
                    <a:pt x="3293999" y="40894"/>
                    <a:pt x="3294761" y="44450"/>
                  </a:cubicBezTo>
                  <a:cubicBezTo>
                    <a:pt x="3295523" y="48006"/>
                    <a:pt x="3295777" y="51562"/>
                    <a:pt x="3295777" y="55245"/>
                  </a:cubicBezTo>
                  <a:lnTo>
                    <a:pt x="3295777" y="1021080"/>
                  </a:lnTo>
                  <a:cubicBezTo>
                    <a:pt x="3295777" y="1024763"/>
                    <a:pt x="3295396" y="1028319"/>
                    <a:pt x="3294761" y="1031875"/>
                  </a:cubicBezTo>
                  <a:cubicBezTo>
                    <a:pt x="3294126" y="1035431"/>
                    <a:pt x="3292983" y="1038860"/>
                    <a:pt x="3291586" y="1042289"/>
                  </a:cubicBezTo>
                  <a:cubicBezTo>
                    <a:pt x="3290189" y="1045718"/>
                    <a:pt x="3288538" y="1048766"/>
                    <a:pt x="3286506" y="1051814"/>
                  </a:cubicBezTo>
                  <a:cubicBezTo>
                    <a:pt x="3284474" y="1054862"/>
                    <a:pt x="3282188" y="1057656"/>
                    <a:pt x="3279648" y="1060196"/>
                  </a:cubicBezTo>
                  <a:cubicBezTo>
                    <a:pt x="3277108" y="1062736"/>
                    <a:pt x="3274314" y="1065022"/>
                    <a:pt x="3271266" y="1067054"/>
                  </a:cubicBezTo>
                  <a:cubicBezTo>
                    <a:pt x="3268218" y="1069086"/>
                    <a:pt x="3265043" y="1070737"/>
                    <a:pt x="3261741" y="1072134"/>
                  </a:cubicBezTo>
                  <a:cubicBezTo>
                    <a:pt x="3258439" y="1073531"/>
                    <a:pt x="3254883" y="1074547"/>
                    <a:pt x="3251327" y="1075309"/>
                  </a:cubicBezTo>
                  <a:cubicBezTo>
                    <a:pt x="3247771" y="1076071"/>
                    <a:pt x="3244215" y="1076325"/>
                    <a:pt x="3240532" y="1076325"/>
                  </a:cubicBezTo>
                  <a:lnTo>
                    <a:pt x="55245" y="1076325"/>
                  </a:lnTo>
                  <a:cubicBezTo>
                    <a:pt x="51562" y="1076325"/>
                    <a:pt x="48006" y="1075944"/>
                    <a:pt x="44450" y="1075309"/>
                  </a:cubicBezTo>
                  <a:cubicBezTo>
                    <a:pt x="40894" y="1074674"/>
                    <a:pt x="37465" y="1073531"/>
                    <a:pt x="34036" y="1072134"/>
                  </a:cubicBezTo>
                  <a:cubicBezTo>
                    <a:pt x="30607" y="1070737"/>
                    <a:pt x="27559" y="1069086"/>
                    <a:pt x="24511" y="1067054"/>
                  </a:cubicBezTo>
                  <a:cubicBezTo>
                    <a:pt x="21463" y="1065022"/>
                    <a:pt x="18669" y="1062736"/>
                    <a:pt x="16129" y="1060196"/>
                  </a:cubicBezTo>
                  <a:cubicBezTo>
                    <a:pt x="13589" y="1057656"/>
                    <a:pt x="11303" y="1054862"/>
                    <a:pt x="9271" y="1051814"/>
                  </a:cubicBezTo>
                  <a:cubicBezTo>
                    <a:pt x="7239" y="1048766"/>
                    <a:pt x="5588" y="1045591"/>
                    <a:pt x="4191" y="1042289"/>
                  </a:cubicBezTo>
                  <a:cubicBezTo>
                    <a:pt x="2794" y="1038987"/>
                    <a:pt x="1778" y="1035431"/>
                    <a:pt x="1016" y="1031875"/>
                  </a:cubicBezTo>
                  <a:cubicBezTo>
                    <a:pt x="254" y="1028319"/>
                    <a:pt x="0" y="1024763"/>
                    <a:pt x="0" y="1021080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246" y="63500"/>
              <a:ext cx="3305683" cy="1086104"/>
            </a:xfrm>
            <a:custGeom>
              <a:avLst/>
              <a:gdLst/>
              <a:ahLst/>
              <a:cxnLst/>
              <a:rect r="r" b="b" t="t" l="l"/>
              <a:pathLst>
                <a:path h="1086104" w="3305683">
                  <a:moveTo>
                    <a:pt x="254" y="1025906"/>
                  </a:moveTo>
                  <a:lnTo>
                    <a:pt x="254" y="60071"/>
                  </a:lnTo>
                  <a:lnTo>
                    <a:pt x="5080" y="60071"/>
                  </a:lnTo>
                  <a:lnTo>
                    <a:pt x="254" y="60071"/>
                  </a:lnTo>
                  <a:cubicBezTo>
                    <a:pt x="254" y="56134"/>
                    <a:pt x="635" y="52197"/>
                    <a:pt x="1397" y="48387"/>
                  </a:cubicBezTo>
                  <a:lnTo>
                    <a:pt x="6096" y="49276"/>
                  </a:lnTo>
                  <a:lnTo>
                    <a:pt x="1397" y="48387"/>
                  </a:lnTo>
                  <a:cubicBezTo>
                    <a:pt x="2159" y="44577"/>
                    <a:pt x="3302" y="40767"/>
                    <a:pt x="4826" y="37084"/>
                  </a:cubicBezTo>
                  <a:lnTo>
                    <a:pt x="9271" y="38862"/>
                  </a:lnTo>
                  <a:lnTo>
                    <a:pt x="4826" y="37084"/>
                  </a:lnTo>
                  <a:cubicBezTo>
                    <a:pt x="6350" y="33401"/>
                    <a:pt x="8128" y="29972"/>
                    <a:pt x="10414" y="26670"/>
                  </a:cubicBezTo>
                  <a:lnTo>
                    <a:pt x="14351" y="29337"/>
                  </a:lnTo>
                  <a:lnTo>
                    <a:pt x="10414" y="26670"/>
                  </a:lnTo>
                  <a:cubicBezTo>
                    <a:pt x="12573" y="23368"/>
                    <a:pt x="15113" y="20320"/>
                    <a:pt x="17907" y="17526"/>
                  </a:cubicBezTo>
                  <a:lnTo>
                    <a:pt x="21336" y="20955"/>
                  </a:lnTo>
                  <a:lnTo>
                    <a:pt x="17907" y="17526"/>
                  </a:lnTo>
                  <a:cubicBezTo>
                    <a:pt x="20701" y="14732"/>
                    <a:pt x="23749" y="12192"/>
                    <a:pt x="27051" y="10033"/>
                  </a:cubicBezTo>
                  <a:lnTo>
                    <a:pt x="29718" y="13970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39116" y="9017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49530" y="5842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3245485" y="0"/>
                  </a:lnTo>
                  <a:lnTo>
                    <a:pt x="3245485" y="4826"/>
                  </a:lnTo>
                  <a:lnTo>
                    <a:pt x="3245485" y="0"/>
                  </a:lnTo>
                  <a:cubicBezTo>
                    <a:pt x="3249422" y="0"/>
                    <a:pt x="3253359" y="381"/>
                    <a:pt x="3257169" y="1143"/>
                  </a:cubicBezTo>
                  <a:lnTo>
                    <a:pt x="3256280" y="5842"/>
                  </a:lnTo>
                  <a:lnTo>
                    <a:pt x="3257169" y="1143"/>
                  </a:lnTo>
                  <a:cubicBezTo>
                    <a:pt x="3260979" y="1905"/>
                    <a:pt x="3264789" y="3048"/>
                    <a:pt x="3268472" y="4572"/>
                  </a:cubicBezTo>
                  <a:lnTo>
                    <a:pt x="3266694" y="9017"/>
                  </a:lnTo>
                  <a:lnTo>
                    <a:pt x="3268472" y="4572"/>
                  </a:lnTo>
                  <a:cubicBezTo>
                    <a:pt x="3272155" y="6096"/>
                    <a:pt x="3275584" y="7874"/>
                    <a:pt x="3278886" y="10160"/>
                  </a:cubicBezTo>
                  <a:lnTo>
                    <a:pt x="3276219" y="14097"/>
                  </a:lnTo>
                  <a:lnTo>
                    <a:pt x="3278886" y="10160"/>
                  </a:lnTo>
                  <a:cubicBezTo>
                    <a:pt x="3282188" y="12319"/>
                    <a:pt x="3285236" y="14859"/>
                    <a:pt x="3288030" y="17653"/>
                  </a:cubicBezTo>
                  <a:lnTo>
                    <a:pt x="3284601" y="21082"/>
                  </a:lnTo>
                  <a:lnTo>
                    <a:pt x="3288030" y="17653"/>
                  </a:lnTo>
                  <a:cubicBezTo>
                    <a:pt x="3290824" y="20447"/>
                    <a:pt x="3293364" y="23495"/>
                    <a:pt x="3295523" y="26797"/>
                  </a:cubicBezTo>
                  <a:lnTo>
                    <a:pt x="3291586" y="29464"/>
                  </a:lnTo>
                  <a:lnTo>
                    <a:pt x="3295523" y="26797"/>
                  </a:lnTo>
                  <a:cubicBezTo>
                    <a:pt x="3297682" y="30099"/>
                    <a:pt x="3299587" y="33528"/>
                    <a:pt x="3301111" y="37211"/>
                  </a:cubicBezTo>
                  <a:lnTo>
                    <a:pt x="3296666" y="38989"/>
                  </a:lnTo>
                  <a:lnTo>
                    <a:pt x="3301111" y="37211"/>
                  </a:lnTo>
                  <a:cubicBezTo>
                    <a:pt x="3302635" y="40894"/>
                    <a:pt x="3303778" y="44577"/>
                    <a:pt x="3304540" y="48514"/>
                  </a:cubicBezTo>
                  <a:lnTo>
                    <a:pt x="3299841" y="49403"/>
                  </a:lnTo>
                  <a:lnTo>
                    <a:pt x="3304540" y="48514"/>
                  </a:lnTo>
                  <a:cubicBezTo>
                    <a:pt x="3305302" y="52324"/>
                    <a:pt x="3305683" y="56261"/>
                    <a:pt x="3305683" y="60198"/>
                  </a:cubicBezTo>
                  <a:lnTo>
                    <a:pt x="3300857" y="60198"/>
                  </a:lnTo>
                  <a:lnTo>
                    <a:pt x="3305683" y="60198"/>
                  </a:lnTo>
                  <a:lnTo>
                    <a:pt x="3305683" y="1025906"/>
                  </a:lnTo>
                  <a:lnTo>
                    <a:pt x="3300857" y="1025906"/>
                  </a:lnTo>
                  <a:lnTo>
                    <a:pt x="3305683" y="1025906"/>
                  </a:lnTo>
                  <a:cubicBezTo>
                    <a:pt x="3305683" y="1029843"/>
                    <a:pt x="3305302" y="1033780"/>
                    <a:pt x="3304540" y="1037590"/>
                  </a:cubicBezTo>
                  <a:lnTo>
                    <a:pt x="3299841" y="1036701"/>
                  </a:lnTo>
                  <a:lnTo>
                    <a:pt x="3304540" y="1037590"/>
                  </a:lnTo>
                  <a:cubicBezTo>
                    <a:pt x="3303778" y="1041400"/>
                    <a:pt x="3302635" y="1045210"/>
                    <a:pt x="3301111" y="1048893"/>
                  </a:cubicBezTo>
                  <a:lnTo>
                    <a:pt x="3296666" y="1047115"/>
                  </a:lnTo>
                  <a:lnTo>
                    <a:pt x="3301111" y="1048893"/>
                  </a:lnTo>
                  <a:cubicBezTo>
                    <a:pt x="3299587" y="1052576"/>
                    <a:pt x="3297809" y="1056005"/>
                    <a:pt x="3295523" y="1059307"/>
                  </a:cubicBezTo>
                  <a:lnTo>
                    <a:pt x="3291586" y="1056640"/>
                  </a:lnTo>
                  <a:lnTo>
                    <a:pt x="3295523" y="1059307"/>
                  </a:lnTo>
                  <a:cubicBezTo>
                    <a:pt x="3293364" y="1062609"/>
                    <a:pt x="3290824" y="1065657"/>
                    <a:pt x="3288030" y="1068451"/>
                  </a:cubicBezTo>
                  <a:lnTo>
                    <a:pt x="3284601" y="1065022"/>
                  </a:lnTo>
                  <a:lnTo>
                    <a:pt x="3288030" y="1068451"/>
                  </a:lnTo>
                  <a:cubicBezTo>
                    <a:pt x="3285236" y="1071245"/>
                    <a:pt x="3282188" y="1073785"/>
                    <a:pt x="3278886" y="1075944"/>
                  </a:cubicBezTo>
                  <a:cubicBezTo>
                    <a:pt x="3275584" y="1078103"/>
                    <a:pt x="3272155" y="1080008"/>
                    <a:pt x="3268472" y="1081532"/>
                  </a:cubicBezTo>
                  <a:lnTo>
                    <a:pt x="3266694" y="1077087"/>
                  </a:lnTo>
                  <a:lnTo>
                    <a:pt x="3268472" y="1081532"/>
                  </a:lnTo>
                  <a:cubicBezTo>
                    <a:pt x="3264789" y="1083056"/>
                    <a:pt x="3261106" y="1084199"/>
                    <a:pt x="3257169" y="1084961"/>
                  </a:cubicBezTo>
                  <a:lnTo>
                    <a:pt x="3256280" y="1080262"/>
                  </a:lnTo>
                  <a:lnTo>
                    <a:pt x="3257169" y="1084961"/>
                  </a:lnTo>
                  <a:cubicBezTo>
                    <a:pt x="3253359" y="1085723"/>
                    <a:pt x="3249422" y="1086104"/>
                    <a:pt x="3245485" y="1086104"/>
                  </a:cubicBezTo>
                  <a:lnTo>
                    <a:pt x="3245485" y="1081278"/>
                  </a:lnTo>
                  <a:lnTo>
                    <a:pt x="3245485" y="1086104"/>
                  </a:lnTo>
                  <a:lnTo>
                    <a:pt x="60198" y="1086104"/>
                  </a:lnTo>
                  <a:lnTo>
                    <a:pt x="60198" y="1081278"/>
                  </a:lnTo>
                  <a:lnTo>
                    <a:pt x="60198" y="1086104"/>
                  </a:lnTo>
                  <a:cubicBezTo>
                    <a:pt x="56261" y="1086104"/>
                    <a:pt x="52324" y="1085723"/>
                    <a:pt x="48514" y="1084961"/>
                  </a:cubicBezTo>
                  <a:lnTo>
                    <a:pt x="49403" y="1080262"/>
                  </a:lnTo>
                  <a:lnTo>
                    <a:pt x="48514" y="1084961"/>
                  </a:lnTo>
                  <a:cubicBezTo>
                    <a:pt x="44704" y="1084199"/>
                    <a:pt x="40894" y="1083056"/>
                    <a:pt x="37211" y="1081532"/>
                  </a:cubicBezTo>
                  <a:lnTo>
                    <a:pt x="38989" y="1077087"/>
                  </a:lnTo>
                  <a:lnTo>
                    <a:pt x="37211" y="1081532"/>
                  </a:lnTo>
                  <a:cubicBezTo>
                    <a:pt x="33528" y="1080008"/>
                    <a:pt x="30099" y="1078230"/>
                    <a:pt x="26797" y="1075944"/>
                  </a:cubicBezTo>
                  <a:lnTo>
                    <a:pt x="29464" y="1072007"/>
                  </a:lnTo>
                  <a:lnTo>
                    <a:pt x="26797" y="1075944"/>
                  </a:lnTo>
                  <a:cubicBezTo>
                    <a:pt x="23495" y="1073785"/>
                    <a:pt x="20447" y="1071245"/>
                    <a:pt x="17653" y="1068451"/>
                  </a:cubicBezTo>
                  <a:lnTo>
                    <a:pt x="21082" y="1065022"/>
                  </a:lnTo>
                  <a:lnTo>
                    <a:pt x="17653" y="1068451"/>
                  </a:lnTo>
                  <a:cubicBezTo>
                    <a:pt x="14859" y="1065657"/>
                    <a:pt x="12319" y="1062609"/>
                    <a:pt x="10160" y="1059307"/>
                  </a:cubicBezTo>
                  <a:lnTo>
                    <a:pt x="14097" y="1056640"/>
                  </a:lnTo>
                  <a:lnTo>
                    <a:pt x="10160" y="1059307"/>
                  </a:lnTo>
                  <a:cubicBezTo>
                    <a:pt x="8001" y="1056005"/>
                    <a:pt x="6096" y="1052576"/>
                    <a:pt x="4572" y="1048893"/>
                  </a:cubicBezTo>
                  <a:lnTo>
                    <a:pt x="9017" y="1047115"/>
                  </a:lnTo>
                  <a:lnTo>
                    <a:pt x="4572" y="1048893"/>
                  </a:lnTo>
                  <a:cubicBezTo>
                    <a:pt x="3048" y="1045210"/>
                    <a:pt x="1905" y="1041527"/>
                    <a:pt x="1143" y="1037590"/>
                  </a:cubicBezTo>
                  <a:lnTo>
                    <a:pt x="5842" y="1036701"/>
                  </a:lnTo>
                  <a:lnTo>
                    <a:pt x="1143" y="1037590"/>
                  </a:lnTo>
                  <a:cubicBezTo>
                    <a:pt x="381" y="1033780"/>
                    <a:pt x="0" y="1029843"/>
                    <a:pt x="0" y="1025906"/>
                  </a:cubicBezTo>
                  <a:lnTo>
                    <a:pt x="4699" y="1025906"/>
                  </a:lnTo>
                  <a:lnTo>
                    <a:pt x="254" y="1025906"/>
                  </a:lnTo>
                  <a:moveTo>
                    <a:pt x="9779" y="1025906"/>
                  </a:moveTo>
                  <a:cubicBezTo>
                    <a:pt x="9779" y="1029208"/>
                    <a:pt x="10160" y="1032510"/>
                    <a:pt x="10795" y="1035812"/>
                  </a:cubicBezTo>
                  <a:cubicBezTo>
                    <a:pt x="11430" y="1039114"/>
                    <a:pt x="12446" y="1042162"/>
                    <a:pt x="13716" y="1045337"/>
                  </a:cubicBezTo>
                  <a:cubicBezTo>
                    <a:pt x="14986" y="1048385"/>
                    <a:pt x="16510" y="1051306"/>
                    <a:pt x="18415" y="1054100"/>
                  </a:cubicBezTo>
                  <a:cubicBezTo>
                    <a:pt x="20320" y="1056894"/>
                    <a:pt x="22352" y="1059434"/>
                    <a:pt x="24638" y="1061720"/>
                  </a:cubicBezTo>
                  <a:cubicBezTo>
                    <a:pt x="26924" y="1064006"/>
                    <a:pt x="29591" y="1066165"/>
                    <a:pt x="32258" y="1067943"/>
                  </a:cubicBezTo>
                  <a:cubicBezTo>
                    <a:pt x="34925" y="1069721"/>
                    <a:pt x="37973" y="1071372"/>
                    <a:pt x="41021" y="1072642"/>
                  </a:cubicBezTo>
                  <a:cubicBezTo>
                    <a:pt x="44069" y="1073912"/>
                    <a:pt x="47244" y="1074928"/>
                    <a:pt x="50546" y="1075563"/>
                  </a:cubicBezTo>
                  <a:cubicBezTo>
                    <a:pt x="53848" y="1076198"/>
                    <a:pt x="57023" y="1076579"/>
                    <a:pt x="60452" y="1076579"/>
                  </a:cubicBezTo>
                  <a:lnTo>
                    <a:pt x="3245612" y="1076579"/>
                  </a:lnTo>
                  <a:cubicBezTo>
                    <a:pt x="3248914" y="1076579"/>
                    <a:pt x="3252216" y="1076198"/>
                    <a:pt x="3255518" y="1075563"/>
                  </a:cubicBezTo>
                  <a:cubicBezTo>
                    <a:pt x="3258820" y="1074928"/>
                    <a:pt x="3261868" y="1073912"/>
                    <a:pt x="3265043" y="1072642"/>
                  </a:cubicBezTo>
                  <a:cubicBezTo>
                    <a:pt x="3268091" y="1071372"/>
                    <a:pt x="3271012" y="1069848"/>
                    <a:pt x="3273806" y="1067943"/>
                  </a:cubicBezTo>
                  <a:lnTo>
                    <a:pt x="3276473" y="1071880"/>
                  </a:lnTo>
                  <a:lnTo>
                    <a:pt x="3273806" y="1067943"/>
                  </a:lnTo>
                  <a:cubicBezTo>
                    <a:pt x="3276600" y="1066038"/>
                    <a:pt x="3279140" y="1064006"/>
                    <a:pt x="3281426" y="1061720"/>
                  </a:cubicBezTo>
                  <a:cubicBezTo>
                    <a:pt x="3283712" y="1059434"/>
                    <a:pt x="3285871" y="1056767"/>
                    <a:pt x="3287649" y="1054100"/>
                  </a:cubicBezTo>
                  <a:cubicBezTo>
                    <a:pt x="3289554" y="1051306"/>
                    <a:pt x="3291078" y="1048385"/>
                    <a:pt x="3292348" y="1045337"/>
                  </a:cubicBezTo>
                  <a:cubicBezTo>
                    <a:pt x="3293618" y="1042289"/>
                    <a:pt x="3294634" y="1039114"/>
                    <a:pt x="3295269" y="1035812"/>
                  </a:cubicBezTo>
                  <a:cubicBezTo>
                    <a:pt x="3295904" y="1032510"/>
                    <a:pt x="3296285" y="1029335"/>
                    <a:pt x="3296285" y="1025906"/>
                  </a:cubicBezTo>
                  <a:lnTo>
                    <a:pt x="3296285" y="60071"/>
                  </a:lnTo>
                  <a:cubicBezTo>
                    <a:pt x="3296285" y="56769"/>
                    <a:pt x="3295904" y="53467"/>
                    <a:pt x="3295269" y="50165"/>
                  </a:cubicBezTo>
                  <a:cubicBezTo>
                    <a:pt x="3294634" y="46863"/>
                    <a:pt x="3293618" y="43815"/>
                    <a:pt x="3292348" y="40640"/>
                  </a:cubicBezTo>
                  <a:cubicBezTo>
                    <a:pt x="3291078" y="37465"/>
                    <a:pt x="3289554" y="34671"/>
                    <a:pt x="3287649" y="31877"/>
                  </a:cubicBezTo>
                  <a:cubicBezTo>
                    <a:pt x="3285871" y="29083"/>
                    <a:pt x="3283712" y="26543"/>
                    <a:pt x="3281426" y="24257"/>
                  </a:cubicBezTo>
                  <a:cubicBezTo>
                    <a:pt x="3279140" y="21971"/>
                    <a:pt x="3276473" y="19812"/>
                    <a:pt x="3273806" y="18034"/>
                  </a:cubicBezTo>
                  <a:cubicBezTo>
                    <a:pt x="3271012" y="16129"/>
                    <a:pt x="3268091" y="14605"/>
                    <a:pt x="3265043" y="13335"/>
                  </a:cubicBezTo>
                  <a:cubicBezTo>
                    <a:pt x="3261995" y="12065"/>
                    <a:pt x="3258820" y="11049"/>
                    <a:pt x="3255518" y="10414"/>
                  </a:cubicBezTo>
                  <a:cubicBezTo>
                    <a:pt x="3252216" y="9779"/>
                    <a:pt x="3249041" y="9398"/>
                    <a:pt x="3245612" y="9398"/>
                  </a:cubicBezTo>
                  <a:lnTo>
                    <a:pt x="60198" y="9398"/>
                  </a:lnTo>
                  <a:cubicBezTo>
                    <a:pt x="56896" y="9398"/>
                    <a:pt x="53594" y="9779"/>
                    <a:pt x="50292" y="10414"/>
                  </a:cubicBezTo>
                  <a:cubicBezTo>
                    <a:pt x="46990" y="11049"/>
                    <a:pt x="43942" y="12065"/>
                    <a:pt x="40767" y="13335"/>
                  </a:cubicBezTo>
                  <a:cubicBezTo>
                    <a:pt x="37719" y="14605"/>
                    <a:pt x="34798" y="16129"/>
                    <a:pt x="32004" y="18034"/>
                  </a:cubicBezTo>
                  <a:cubicBezTo>
                    <a:pt x="29210" y="19939"/>
                    <a:pt x="26670" y="21971"/>
                    <a:pt x="24384" y="24257"/>
                  </a:cubicBezTo>
                  <a:cubicBezTo>
                    <a:pt x="22098" y="26543"/>
                    <a:pt x="19939" y="29210"/>
                    <a:pt x="18161" y="31877"/>
                  </a:cubicBezTo>
                  <a:cubicBezTo>
                    <a:pt x="16383" y="34544"/>
                    <a:pt x="14732" y="37592"/>
                    <a:pt x="13462" y="40640"/>
                  </a:cubicBezTo>
                  <a:cubicBezTo>
                    <a:pt x="12192" y="43688"/>
                    <a:pt x="11176" y="46863"/>
                    <a:pt x="10541" y="50165"/>
                  </a:cubicBezTo>
                  <a:cubicBezTo>
                    <a:pt x="9906" y="53467"/>
                    <a:pt x="9525" y="56642"/>
                    <a:pt x="9525" y="60071"/>
                  </a:cubicBezTo>
                  <a:lnTo>
                    <a:pt x="9525" y="102590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470772" y="3625796"/>
            <a:ext cx="3432172" cy="1479547"/>
            <a:chOff x="0" y="0"/>
            <a:chExt cx="3432175" cy="1479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199" y="68199"/>
              <a:ext cx="3295777" cy="1343025"/>
            </a:xfrm>
            <a:custGeom>
              <a:avLst/>
              <a:gdLst/>
              <a:ahLst/>
              <a:cxnLst/>
              <a:rect r="r" b="b" t="t" l="l"/>
              <a:pathLst>
                <a:path h="1343025" w="3295777">
                  <a:moveTo>
                    <a:pt x="127" y="1287907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3240532" y="0"/>
                  </a:lnTo>
                  <a:cubicBezTo>
                    <a:pt x="3244215" y="0"/>
                    <a:pt x="3247771" y="381"/>
                    <a:pt x="3251327" y="1016"/>
                  </a:cubicBezTo>
                  <a:cubicBezTo>
                    <a:pt x="3254883" y="1651"/>
                    <a:pt x="3258312" y="2794"/>
                    <a:pt x="3261741" y="4191"/>
                  </a:cubicBezTo>
                  <a:cubicBezTo>
                    <a:pt x="3265170" y="5588"/>
                    <a:pt x="3268218" y="7239"/>
                    <a:pt x="3271266" y="9271"/>
                  </a:cubicBezTo>
                  <a:cubicBezTo>
                    <a:pt x="3274314" y="11303"/>
                    <a:pt x="3277108" y="13589"/>
                    <a:pt x="3279648" y="16129"/>
                  </a:cubicBezTo>
                  <a:cubicBezTo>
                    <a:pt x="3282188" y="18669"/>
                    <a:pt x="3284474" y="21463"/>
                    <a:pt x="3286506" y="24511"/>
                  </a:cubicBezTo>
                  <a:cubicBezTo>
                    <a:pt x="3288538" y="27559"/>
                    <a:pt x="3290189" y="30734"/>
                    <a:pt x="3291586" y="34036"/>
                  </a:cubicBezTo>
                  <a:cubicBezTo>
                    <a:pt x="3292983" y="37338"/>
                    <a:pt x="3293999" y="40894"/>
                    <a:pt x="3294761" y="44450"/>
                  </a:cubicBezTo>
                  <a:cubicBezTo>
                    <a:pt x="3295523" y="48006"/>
                    <a:pt x="3295777" y="51562"/>
                    <a:pt x="3295777" y="55245"/>
                  </a:cubicBezTo>
                  <a:lnTo>
                    <a:pt x="3295777" y="1287780"/>
                  </a:lnTo>
                  <a:cubicBezTo>
                    <a:pt x="3295777" y="1291463"/>
                    <a:pt x="3295396" y="1295019"/>
                    <a:pt x="3294761" y="1298575"/>
                  </a:cubicBezTo>
                  <a:cubicBezTo>
                    <a:pt x="3294126" y="1302131"/>
                    <a:pt x="3292983" y="1305560"/>
                    <a:pt x="3291586" y="1308989"/>
                  </a:cubicBezTo>
                  <a:cubicBezTo>
                    <a:pt x="3290189" y="1312418"/>
                    <a:pt x="3288538" y="1315466"/>
                    <a:pt x="3286506" y="1318514"/>
                  </a:cubicBezTo>
                  <a:cubicBezTo>
                    <a:pt x="3284474" y="1321562"/>
                    <a:pt x="3282188" y="1324356"/>
                    <a:pt x="3279648" y="1326896"/>
                  </a:cubicBezTo>
                  <a:cubicBezTo>
                    <a:pt x="3277108" y="1329436"/>
                    <a:pt x="3274314" y="1331722"/>
                    <a:pt x="3271266" y="1333754"/>
                  </a:cubicBezTo>
                  <a:cubicBezTo>
                    <a:pt x="3268218" y="1335786"/>
                    <a:pt x="3265043" y="1337437"/>
                    <a:pt x="3261741" y="1338834"/>
                  </a:cubicBezTo>
                  <a:cubicBezTo>
                    <a:pt x="3258439" y="1340231"/>
                    <a:pt x="3254883" y="1341247"/>
                    <a:pt x="3251327" y="1342009"/>
                  </a:cubicBezTo>
                  <a:cubicBezTo>
                    <a:pt x="3247771" y="1342771"/>
                    <a:pt x="3244215" y="1343025"/>
                    <a:pt x="3240532" y="1343025"/>
                  </a:cubicBezTo>
                  <a:lnTo>
                    <a:pt x="55245" y="1343025"/>
                  </a:lnTo>
                  <a:cubicBezTo>
                    <a:pt x="51562" y="1343025"/>
                    <a:pt x="48006" y="1342644"/>
                    <a:pt x="44450" y="1342009"/>
                  </a:cubicBezTo>
                  <a:cubicBezTo>
                    <a:pt x="40894" y="1341374"/>
                    <a:pt x="37465" y="1340231"/>
                    <a:pt x="34036" y="1338834"/>
                  </a:cubicBezTo>
                  <a:cubicBezTo>
                    <a:pt x="30607" y="1337437"/>
                    <a:pt x="27559" y="1335786"/>
                    <a:pt x="24511" y="1333754"/>
                  </a:cubicBezTo>
                  <a:cubicBezTo>
                    <a:pt x="21463" y="1331722"/>
                    <a:pt x="18669" y="1329436"/>
                    <a:pt x="16129" y="1326896"/>
                  </a:cubicBezTo>
                  <a:cubicBezTo>
                    <a:pt x="13589" y="1324356"/>
                    <a:pt x="11303" y="1321562"/>
                    <a:pt x="9271" y="1318514"/>
                  </a:cubicBezTo>
                  <a:cubicBezTo>
                    <a:pt x="7239" y="1315466"/>
                    <a:pt x="5588" y="1312291"/>
                    <a:pt x="4191" y="1308989"/>
                  </a:cubicBezTo>
                  <a:cubicBezTo>
                    <a:pt x="2794" y="1305687"/>
                    <a:pt x="1778" y="1302131"/>
                    <a:pt x="1016" y="1298575"/>
                  </a:cubicBezTo>
                  <a:cubicBezTo>
                    <a:pt x="254" y="1295019"/>
                    <a:pt x="0" y="1291463"/>
                    <a:pt x="0" y="128778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246" y="63500"/>
              <a:ext cx="3305683" cy="1352931"/>
            </a:xfrm>
            <a:custGeom>
              <a:avLst/>
              <a:gdLst/>
              <a:ahLst/>
              <a:cxnLst/>
              <a:rect r="r" b="b" t="t" l="l"/>
              <a:pathLst>
                <a:path h="1352931" w="3305683">
                  <a:moveTo>
                    <a:pt x="254" y="1292606"/>
                  </a:moveTo>
                  <a:lnTo>
                    <a:pt x="254" y="59944"/>
                  </a:lnTo>
                  <a:lnTo>
                    <a:pt x="5080" y="59944"/>
                  </a:lnTo>
                  <a:lnTo>
                    <a:pt x="254" y="60071"/>
                  </a:lnTo>
                  <a:cubicBezTo>
                    <a:pt x="254" y="56134"/>
                    <a:pt x="635" y="52197"/>
                    <a:pt x="1397" y="48387"/>
                  </a:cubicBezTo>
                  <a:lnTo>
                    <a:pt x="6096" y="49276"/>
                  </a:lnTo>
                  <a:lnTo>
                    <a:pt x="1397" y="48387"/>
                  </a:lnTo>
                  <a:cubicBezTo>
                    <a:pt x="2159" y="44577"/>
                    <a:pt x="3302" y="40767"/>
                    <a:pt x="4826" y="37084"/>
                  </a:cubicBezTo>
                  <a:lnTo>
                    <a:pt x="9271" y="38862"/>
                  </a:lnTo>
                  <a:lnTo>
                    <a:pt x="4826" y="37084"/>
                  </a:lnTo>
                  <a:cubicBezTo>
                    <a:pt x="6350" y="33401"/>
                    <a:pt x="8128" y="29972"/>
                    <a:pt x="10414" y="26670"/>
                  </a:cubicBezTo>
                  <a:cubicBezTo>
                    <a:pt x="12573" y="23368"/>
                    <a:pt x="15113" y="20320"/>
                    <a:pt x="17907" y="17526"/>
                  </a:cubicBezTo>
                  <a:lnTo>
                    <a:pt x="21336" y="20955"/>
                  </a:lnTo>
                  <a:lnTo>
                    <a:pt x="17907" y="17526"/>
                  </a:lnTo>
                  <a:cubicBezTo>
                    <a:pt x="20701" y="14732"/>
                    <a:pt x="23749" y="12192"/>
                    <a:pt x="27051" y="10033"/>
                  </a:cubicBezTo>
                  <a:lnTo>
                    <a:pt x="29718" y="13970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39116" y="9017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3245485" y="0"/>
                  </a:lnTo>
                  <a:lnTo>
                    <a:pt x="3245485" y="4826"/>
                  </a:lnTo>
                  <a:lnTo>
                    <a:pt x="3245485" y="0"/>
                  </a:lnTo>
                  <a:cubicBezTo>
                    <a:pt x="3249422" y="0"/>
                    <a:pt x="3253359" y="381"/>
                    <a:pt x="3257169" y="1143"/>
                  </a:cubicBezTo>
                  <a:cubicBezTo>
                    <a:pt x="3260979" y="1905"/>
                    <a:pt x="3264789" y="3048"/>
                    <a:pt x="3268472" y="4572"/>
                  </a:cubicBezTo>
                  <a:lnTo>
                    <a:pt x="3266694" y="9017"/>
                  </a:lnTo>
                  <a:lnTo>
                    <a:pt x="3268472" y="4572"/>
                  </a:lnTo>
                  <a:cubicBezTo>
                    <a:pt x="3272155" y="6096"/>
                    <a:pt x="3275584" y="7874"/>
                    <a:pt x="3278886" y="10160"/>
                  </a:cubicBezTo>
                  <a:lnTo>
                    <a:pt x="3276219" y="14097"/>
                  </a:lnTo>
                  <a:lnTo>
                    <a:pt x="3278886" y="10160"/>
                  </a:lnTo>
                  <a:cubicBezTo>
                    <a:pt x="3282188" y="12319"/>
                    <a:pt x="3285236" y="14859"/>
                    <a:pt x="3288030" y="17653"/>
                  </a:cubicBezTo>
                  <a:lnTo>
                    <a:pt x="3284601" y="21082"/>
                  </a:lnTo>
                  <a:lnTo>
                    <a:pt x="3288030" y="17653"/>
                  </a:lnTo>
                  <a:cubicBezTo>
                    <a:pt x="3290824" y="20447"/>
                    <a:pt x="3293364" y="23495"/>
                    <a:pt x="3295523" y="26797"/>
                  </a:cubicBezTo>
                  <a:lnTo>
                    <a:pt x="3291586" y="29464"/>
                  </a:lnTo>
                  <a:lnTo>
                    <a:pt x="3295523" y="26797"/>
                  </a:lnTo>
                  <a:cubicBezTo>
                    <a:pt x="3297682" y="30099"/>
                    <a:pt x="3299587" y="33528"/>
                    <a:pt x="3301111" y="37211"/>
                  </a:cubicBezTo>
                  <a:lnTo>
                    <a:pt x="3296666" y="38989"/>
                  </a:lnTo>
                  <a:lnTo>
                    <a:pt x="3301111" y="37211"/>
                  </a:lnTo>
                  <a:cubicBezTo>
                    <a:pt x="3302635" y="40894"/>
                    <a:pt x="3303778" y="44577"/>
                    <a:pt x="3304540" y="48514"/>
                  </a:cubicBezTo>
                  <a:lnTo>
                    <a:pt x="3299841" y="49403"/>
                  </a:lnTo>
                  <a:lnTo>
                    <a:pt x="3304540" y="48514"/>
                  </a:lnTo>
                  <a:cubicBezTo>
                    <a:pt x="3305302" y="52324"/>
                    <a:pt x="3305683" y="56261"/>
                    <a:pt x="3305683" y="60198"/>
                  </a:cubicBezTo>
                  <a:lnTo>
                    <a:pt x="3300857" y="60198"/>
                  </a:lnTo>
                  <a:lnTo>
                    <a:pt x="3305683" y="60198"/>
                  </a:lnTo>
                  <a:lnTo>
                    <a:pt x="3305683" y="1292733"/>
                  </a:lnTo>
                  <a:lnTo>
                    <a:pt x="3300857" y="1292733"/>
                  </a:lnTo>
                  <a:lnTo>
                    <a:pt x="3305683" y="1292733"/>
                  </a:lnTo>
                  <a:cubicBezTo>
                    <a:pt x="3305683" y="1296670"/>
                    <a:pt x="3305302" y="1300607"/>
                    <a:pt x="3304540" y="1304417"/>
                  </a:cubicBezTo>
                  <a:cubicBezTo>
                    <a:pt x="3303778" y="1308227"/>
                    <a:pt x="3302635" y="1312037"/>
                    <a:pt x="3301111" y="1315720"/>
                  </a:cubicBezTo>
                  <a:cubicBezTo>
                    <a:pt x="3299587" y="1319403"/>
                    <a:pt x="3297809" y="1322832"/>
                    <a:pt x="3295523" y="1326134"/>
                  </a:cubicBezTo>
                  <a:lnTo>
                    <a:pt x="3291586" y="1323467"/>
                  </a:lnTo>
                  <a:lnTo>
                    <a:pt x="3295523" y="1326134"/>
                  </a:lnTo>
                  <a:cubicBezTo>
                    <a:pt x="3293364" y="1329436"/>
                    <a:pt x="3290824" y="1332484"/>
                    <a:pt x="3288030" y="1335278"/>
                  </a:cubicBezTo>
                  <a:cubicBezTo>
                    <a:pt x="3285236" y="1338072"/>
                    <a:pt x="3282188" y="1340612"/>
                    <a:pt x="3278886" y="1342771"/>
                  </a:cubicBezTo>
                  <a:lnTo>
                    <a:pt x="3276219" y="1338834"/>
                  </a:lnTo>
                  <a:lnTo>
                    <a:pt x="3278886" y="1342771"/>
                  </a:lnTo>
                  <a:cubicBezTo>
                    <a:pt x="3275584" y="1344930"/>
                    <a:pt x="3272155" y="1346835"/>
                    <a:pt x="3268472" y="1348359"/>
                  </a:cubicBezTo>
                  <a:lnTo>
                    <a:pt x="3266694" y="1343914"/>
                  </a:lnTo>
                  <a:lnTo>
                    <a:pt x="3268472" y="1348359"/>
                  </a:lnTo>
                  <a:cubicBezTo>
                    <a:pt x="3264789" y="1349883"/>
                    <a:pt x="3261106" y="1351026"/>
                    <a:pt x="3257169" y="1351788"/>
                  </a:cubicBezTo>
                  <a:lnTo>
                    <a:pt x="3256280" y="1347089"/>
                  </a:lnTo>
                  <a:lnTo>
                    <a:pt x="3257169" y="1351788"/>
                  </a:lnTo>
                  <a:cubicBezTo>
                    <a:pt x="3253359" y="1352550"/>
                    <a:pt x="3249422" y="1352931"/>
                    <a:pt x="3245485" y="1352931"/>
                  </a:cubicBezTo>
                  <a:lnTo>
                    <a:pt x="3245485" y="1348105"/>
                  </a:lnTo>
                  <a:lnTo>
                    <a:pt x="3245485" y="1352931"/>
                  </a:lnTo>
                  <a:lnTo>
                    <a:pt x="60198" y="1352931"/>
                  </a:lnTo>
                  <a:lnTo>
                    <a:pt x="60198" y="1348105"/>
                  </a:lnTo>
                  <a:lnTo>
                    <a:pt x="60198" y="1352931"/>
                  </a:lnTo>
                  <a:cubicBezTo>
                    <a:pt x="56261" y="1352931"/>
                    <a:pt x="52324" y="1352550"/>
                    <a:pt x="48514" y="1351788"/>
                  </a:cubicBezTo>
                  <a:lnTo>
                    <a:pt x="49403" y="1347089"/>
                  </a:lnTo>
                  <a:lnTo>
                    <a:pt x="48514" y="1351788"/>
                  </a:lnTo>
                  <a:cubicBezTo>
                    <a:pt x="44704" y="1351026"/>
                    <a:pt x="40894" y="1349883"/>
                    <a:pt x="37211" y="1348359"/>
                  </a:cubicBezTo>
                  <a:lnTo>
                    <a:pt x="38989" y="1343914"/>
                  </a:lnTo>
                  <a:lnTo>
                    <a:pt x="37211" y="1348359"/>
                  </a:lnTo>
                  <a:cubicBezTo>
                    <a:pt x="33528" y="1346835"/>
                    <a:pt x="30099" y="1345057"/>
                    <a:pt x="26797" y="1342771"/>
                  </a:cubicBezTo>
                  <a:cubicBezTo>
                    <a:pt x="23495" y="1340612"/>
                    <a:pt x="20447" y="1338072"/>
                    <a:pt x="17653" y="1335278"/>
                  </a:cubicBezTo>
                  <a:lnTo>
                    <a:pt x="21082" y="1331849"/>
                  </a:lnTo>
                  <a:lnTo>
                    <a:pt x="17653" y="1335278"/>
                  </a:lnTo>
                  <a:cubicBezTo>
                    <a:pt x="14859" y="1332484"/>
                    <a:pt x="12319" y="1329436"/>
                    <a:pt x="10160" y="1326134"/>
                  </a:cubicBezTo>
                  <a:lnTo>
                    <a:pt x="14097" y="1323467"/>
                  </a:lnTo>
                  <a:lnTo>
                    <a:pt x="10160" y="1326134"/>
                  </a:lnTo>
                  <a:cubicBezTo>
                    <a:pt x="8001" y="1322832"/>
                    <a:pt x="6096" y="1319403"/>
                    <a:pt x="4572" y="1315720"/>
                  </a:cubicBezTo>
                  <a:lnTo>
                    <a:pt x="9017" y="1313942"/>
                  </a:lnTo>
                  <a:lnTo>
                    <a:pt x="4572" y="1315720"/>
                  </a:lnTo>
                  <a:cubicBezTo>
                    <a:pt x="3048" y="1312037"/>
                    <a:pt x="1905" y="1308354"/>
                    <a:pt x="1143" y="1304417"/>
                  </a:cubicBezTo>
                  <a:lnTo>
                    <a:pt x="5842" y="1303528"/>
                  </a:lnTo>
                  <a:lnTo>
                    <a:pt x="1143" y="1304417"/>
                  </a:lnTo>
                  <a:cubicBezTo>
                    <a:pt x="381" y="1300607"/>
                    <a:pt x="0" y="1296670"/>
                    <a:pt x="0" y="1292733"/>
                  </a:cubicBezTo>
                  <a:lnTo>
                    <a:pt x="4699" y="1292733"/>
                  </a:lnTo>
                  <a:lnTo>
                    <a:pt x="254" y="1292733"/>
                  </a:lnTo>
                  <a:moveTo>
                    <a:pt x="9779" y="1292733"/>
                  </a:moveTo>
                  <a:cubicBezTo>
                    <a:pt x="9779" y="1296035"/>
                    <a:pt x="10160" y="1299337"/>
                    <a:pt x="10795" y="1302639"/>
                  </a:cubicBezTo>
                  <a:cubicBezTo>
                    <a:pt x="11430" y="1305941"/>
                    <a:pt x="12446" y="1308989"/>
                    <a:pt x="13716" y="1312164"/>
                  </a:cubicBezTo>
                  <a:cubicBezTo>
                    <a:pt x="14986" y="1315212"/>
                    <a:pt x="16510" y="1318133"/>
                    <a:pt x="18415" y="1320927"/>
                  </a:cubicBezTo>
                  <a:cubicBezTo>
                    <a:pt x="20320" y="1323721"/>
                    <a:pt x="22352" y="1326261"/>
                    <a:pt x="24638" y="1328547"/>
                  </a:cubicBezTo>
                  <a:cubicBezTo>
                    <a:pt x="26924" y="1330833"/>
                    <a:pt x="29591" y="1332992"/>
                    <a:pt x="32258" y="1334770"/>
                  </a:cubicBezTo>
                  <a:lnTo>
                    <a:pt x="29591" y="1338707"/>
                  </a:lnTo>
                  <a:lnTo>
                    <a:pt x="32258" y="1334770"/>
                  </a:lnTo>
                  <a:cubicBezTo>
                    <a:pt x="35052" y="1336675"/>
                    <a:pt x="37973" y="1338199"/>
                    <a:pt x="41021" y="1339469"/>
                  </a:cubicBezTo>
                  <a:cubicBezTo>
                    <a:pt x="44069" y="1340739"/>
                    <a:pt x="47244" y="1341755"/>
                    <a:pt x="50546" y="1342390"/>
                  </a:cubicBezTo>
                  <a:cubicBezTo>
                    <a:pt x="53848" y="1343025"/>
                    <a:pt x="57023" y="1343406"/>
                    <a:pt x="60452" y="1343406"/>
                  </a:cubicBezTo>
                  <a:lnTo>
                    <a:pt x="3245612" y="1343406"/>
                  </a:lnTo>
                  <a:cubicBezTo>
                    <a:pt x="3248914" y="1343406"/>
                    <a:pt x="3252216" y="1343025"/>
                    <a:pt x="3255518" y="1342390"/>
                  </a:cubicBezTo>
                  <a:cubicBezTo>
                    <a:pt x="3258820" y="1341755"/>
                    <a:pt x="3261868" y="1340739"/>
                    <a:pt x="3265043" y="1339469"/>
                  </a:cubicBezTo>
                  <a:cubicBezTo>
                    <a:pt x="3268091" y="1338199"/>
                    <a:pt x="3271012" y="1336675"/>
                    <a:pt x="3273806" y="1334770"/>
                  </a:cubicBezTo>
                  <a:cubicBezTo>
                    <a:pt x="3276600" y="1332992"/>
                    <a:pt x="3279140" y="1330833"/>
                    <a:pt x="3281426" y="1328547"/>
                  </a:cubicBezTo>
                  <a:lnTo>
                    <a:pt x="3284855" y="1331976"/>
                  </a:lnTo>
                  <a:lnTo>
                    <a:pt x="3281426" y="1328547"/>
                  </a:lnTo>
                  <a:cubicBezTo>
                    <a:pt x="3283712" y="1326261"/>
                    <a:pt x="3285871" y="1323594"/>
                    <a:pt x="3287649" y="1320927"/>
                  </a:cubicBezTo>
                  <a:cubicBezTo>
                    <a:pt x="3289554" y="1318133"/>
                    <a:pt x="3291078" y="1315212"/>
                    <a:pt x="3292348" y="1312164"/>
                  </a:cubicBezTo>
                  <a:lnTo>
                    <a:pt x="3296793" y="1313942"/>
                  </a:lnTo>
                  <a:lnTo>
                    <a:pt x="3292348" y="1312164"/>
                  </a:lnTo>
                  <a:cubicBezTo>
                    <a:pt x="3293618" y="1309116"/>
                    <a:pt x="3294634" y="1305941"/>
                    <a:pt x="3295269" y="1302639"/>
                  </a:cubicBezTo>
                  <a:lnTo>
                    <a:pt x="3299968" y="1303528"/>
                  </a:lnTo>
                  <a:lnTo>
                    <a:pt x="3295269" y="1302639"/>
                  </a:lnTo>
                  <a:cubicBezTo>
                    <a:pt x="3295904" y="1299337"/>
                    <a:pt x="3296285" y="1296162"/>
                    <a:pt x="3296285" y="1292733"/>
                  </a:cubicBezTo>
                  <a:lnTo>
                    <a:pt x="3296285" y="59944"/>
                  </a:lnTo>
                  <a:cubicBezTo>
                    <a:pt x="3296285" y="56642"/>
                    <a:pt x="3295904" y="53340"/>
                    <a:pt x="3295269" y="50038"/>
                  </a:cubicBezTo>
                  <a:cubicBezTo>
                    <a:pt x="3294634" y="46736"/>
                    <a:pt x="3293618" y="43688"/>
                    <a:pt x="3292348" y="40513"/>
                  </a:cubicBezTo>
                  <a:cubicBezTo>
                    <a:pt x="3291078" y="37338"/>
                    <a:pt x="3289554" y="34544"/>
                    <a:pt x="3287649" y="31750"/>
                  </a:cubicBezTo>
                  <a:cubicBezTo>
                    <a:pt x="3285871" y="28956"/>
                    <a:pt x="3283712" y="26416"/>
                    <a:pt x="3281426" y="24130"/>
                  </a:cubicBezTo>
                  <a:cubicBezTo>
                    <a:pt x="3279140" y="21844"/>
                    <a:pt x="3276473" y="19685"/>
                    <a:pt x="3273806" y="17907"/>
                  </a:cubicBezTo>
                  <a:cubicBezTo>
                    <a:pt x="3271012" y="16002"/>
                    <a:pt x="3268091" y="14478"/>
                    <a:pt x="3265043" y="13208"/>
                  </a:cubicBezTo>
                  <a:cubicBezTo>
                    <a:pt x="3261995" y="11938"/>
                    <a:pt x="3258820" y="10922"/>
                    <a:pt x="3255518" y="10287"/>
                  </a:cubicBezTo>
                  <a:lnTo>
                    <a:pt x="3256407" y="5588"/>
                  </a:lnTo>
                  <a:lnTo>
                    <a:pt x="3255518" y="10287"/>
                  </a:lnTo>
                  <a:cubicBezTo>
                    <a:pt x="3252216" y="9652"/>
                    <a:pt x="3249041" y="9271"/>
                    <a:pt x="3245612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lnTo>
                    <a:pt x="49403" y="5588"/>
                  </a:lnTo>
                  <a:lnTo>
                    <a:pt x="50292" y="10287"/>
                  </a:lnTo>
                  <a:cubicBezTo>
                    <a:pt x="46990" y="10922"/>
                    <a:pt x="43942" y="11938"/>
                    <a:pt x="40767" y="13208"/>
                  </a:cubicBez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cubicBezTo>
                    <a:pt x="9906" y="53340"/>
                    <a:pt x="9525" y="56515"/>
                    <a:pt x="9525" y="59944"/>
                  </a:cubicBezTo>
                  <a:lnTo>
                    <a:pt x="9525" y="1292479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70772" y="5149796"/>
            <a:ext cx="3432172" cy="1489072"/>
            <a:chOff x="0" y="0"/>
            <a:chExt cx="3432175" cy="14890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8199" y="68199"/>
              <a:ext cx="3295777" cy="1352550"/>
            </a:xfrm>
            <a:custGeom>
              <a:avLst/>
              <a:gdLst/>
              <a:ahLst/>
              <a:cxnLst/>
              <a:rect r="r" b="b" t="t" l="l"/>
              <a:pathLst>
                <a:path h="1352550" w="3295777">
                  <a:moveTo>
                    <a:pt x="127" y="1297432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3240532" y="0"/>
                  </a:lnTo>
                  <a:cubicBezTo>
                    <a:pt x="3244215" y="0"/>
                    <a:pt x="3247771" y="381"/>
                    <a:pt x="3251327" y="1016"/>
                  </a:cubicBezTo>
                  <a:cubicBezTo>
                    <a:pt x="3254883" y="1651"/>
                    <a:pt x="3258312" y="2794"/>
                    <a:pt x="3261741" y="4191"/>
                  </a:cubicBezTo>
                  <a:cubicBezTo>
                    <a:pt x="3265170" y="5588"/>
                    <a:pt x="3268218" y="7239"/>
                    <a:pt x="3271266" y="9271"/>
                  </a:cubicBezTo>
                  <a:cubicBezTo>
                    <a:pt x="3274314" y="11303"/>
                    <a:pt x="3277108" y="13589"/>
                    <a:pt x="3279648" y="16129"/>
                  </a:cubicBezTo>
                  <a:cubicBezTo>
                    <a:pt x="3282188" y="18669"/>
                    <a:pt x="3284474" y="21463"/>
                    <a:pt x="3286506" y="24511"/>
                  </a:cubicBezTo>
                  <a:cubicBezTo>
                    <a:pt x="3288538" y="27559"/>
                    <a:pt x="3290189" y="30734"/>
                    <a:pt x="3291586" y="34036"/>
                  </a:cubicBezTo>
                  <a:cubicBezTo>
                    <a:pt x="3292983" y="37338"/>
                    <a:pt x="3293999" y="40894"/>
                    <a:pt x="3294761" y="44450"/>
                  </a:cubicBezTo>
                  <a:cubicBezTo>
                    <a:pt x="3295523" y="48006"/>
                    <a:pt x="3295777" y="51562"/>
                    <a:pt x="3295777" y="55245"/>
                  </a:cubicBezTo>
                  <a:lnTo>
                    <a:pt x="3295777" y="1297305"/>
                  </a:lnTo>
                  <a:cubicBezTo>
                    <a:pt x="3295777" y="1300988"/>
                    <a:pt x="3295396" y="1304544"/>
                    <a:pt x="3294761" y="1308100"/>
                  </a:cubicBezTo>
                  <a:cubicBezTo>
                    <a:pt x="3294126" y="1311656"/>
                    <a:pt x="3292983" y="1315085"/>
                    <a:pt x="3291586" y="1318514"/>
                  </a:cubicBezTo>
                  <a:cubicBezTo>
                    <a:pt x="3290189" y="1321943"/>
                    <a:pt x="3288538" y="1324991"/>
                    <a:pt x="3286506" y="1328039"/>
                  </a:cubicBezTo>
                  <a:cubicBezTo>
                    <a:pt x="3284474" y="1331087"/>
                    <a:pt x="3282188" y="1333881"/>
                    <a:pt x="3279648" y="1336421"/>
                  </a:cubicBezTo>
                  <a:cubicBezTo>
                    <a:pt x="3277108" y="1338961"/>
                    <a:pt x="3274314" y="1341247"/>
                    <a:pt x="3271266" y="1343279"/>
                  </a:cubicBezTo>
                  <a:cubicBezTo>
                    <a:pt x="3268218" y="1345311"/>
                    <a:pt x="3265043" y="1346962"/>
                    <a:pt x="3261741" y="1348359"/>
                  </a:cubicBezTo>
                  <a:cubicBezTo>
                    <a:pt x="3258439" y="1349756"/>
                    <a:pt x="3254883" y="1350772"/>
                    <a:pt x="3251327" y="1351534"/>
                  </a:cubicBezTo>
                  <a:cubicBezTo>
                    <a:pt x="3247771" y="1352296"/>
                    <a:pt x="3244215" y="1352550"/>
                    <a:pt x="3240532" y="1352550"/>
                  </a:cubicBezTo>
                  <a:lnTo>
                    <a:pt x="55245" y="1352550"/>
                  </a:lnTo>
                  <a:cubicBezTo>
                    <a:pt x="51562" y="1352550"/>
                    <a:pt x="48006" y="1352169"/>
                    <a:pt x="44450" y="1351534"/>
                  </a:cubicBezTo>
                  <a:cubicBezTo>
                    <a:pt x="40894" y="1350899"/>
                    <a:pt x="37465" y="1349756"/>
                    <a:pt x="34036" y="1348359"/>
                  </a:cubicBezTo>
                  <a:cubicBezTo>
                    <a:pt x="30607" y="1346962"/>
                    <a:pt x="27559" y="1345311"/>
                    <a:pt x="24511" y="1343279"/>
                  </a:cubicBezTo>
                  <a:cubicBezTo>
                    <a:pt x="21463" y="1341247"/>
                    <a:pt x="18669" y="1338961"/>
                    <a:pt x="16129" y="1336421"/>
                  </a:cubicBezTo>
                  <a:cubicBezTo>
                    <a:pt x="13589" y="1333881"/>
                    <a:pt x="11303" y="1331087"/>
                    <a:pt x="9271" y="1328039"/>
                  </a:cubicBezTo>
                  <a:cubicBezTo>
                    <a:pt x="7239" y="1324991"/>
                    <a:pt x="5588" y="1321816"/>
                    <a:pt x="4191" y="1318514"/>
                  </a:cubicBezTo>
                  <a:cubicBezTo>
                    <a:pt x="2794" y="1315212"/>
                    <a:pt x="1778" y="1311656"/>
                    <a:pt x="1016" y="1308100"/>
                  </a:cubicBezTo>
                  <a:cubicBezTo>
                    <a:pt x="254" y="1304544"/>
                    <a:pt x="0" y="1300988"/>
                    <a:pt x="0" y="1297305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246" y="63500"/>
              <a:ext cx="3305683" cy="1362456"/>
            </a:xfrm>
            <a:custGeom>
              <a:avLst/>
              <a:gdLst/>
              <a:ahLst/>
              <a:cxnLst/>
              <a:rect r="r" b="b" t="t" l="l"/>
              <a:pathLst>
                <a:path h="1362456" w="3305683">
                  <a:moveTo>
                    <a:pt x="254" y="1302131"/>
                  </a:moveTo>
                  <a:lnTo>
                    <a:pt x="254" y="59944"/>
                  </a:lnTo>
                  <a:lnTo>
                    <a:pt x="5080" y="59944"/>
                  </a:lnTo>
                  <a:lnTo>
                    <a:pt x="254" y="60071"/>
                  </a:lnTo>
                  <a:cubicBezTo>
                    <a:pt x="254" y="56134"/>
                    <a:pt x="635" y="52197"/>
                    <a:pt x="1397" y="48387"/>
                  </a:cubicBezTo>
                  <a:lnTo>
                    <a:pt x="6096" y="49276"/>
                  </a:lnTo>
                  <a:lnTo>
                    <a:pt x="1397" y="48387"/>
                  </a:lnTo>
                  <a:cubicBezTo>
                    <a:pt x="2159" y="44577"/>
                    <a:pt x="3302" y="40767"/>
                    <a:pt x="4826" y="37084"/>
                  </a:cubicBezTo>
                  <a:lnTo>
                    <a:pt x="9271" y="38862"/>
                  </a:lnTo>
                  <a:lnTo>
                    <a:pt x="4826" y="37084"/>
                  </a:lnTo>
                  <a:cubicBezTo>
                    <a:pt x="6350" y="33401"/>
                    <a:pt x="8128" y="29972"/>
                    <a:pt x="10414" y="26670"/>
                  </a:cubicBezTo>
                  <a:cubicBezTo>
                    <a:pt x="12573" y="23368"/>
                    <a:pt x="15113" y="20320"/>
                    <a:pt x="17907" y="17526"/>
                  </a:cubicBezTo>
                  <a:lnTo>
                    <a:pt x="21336" y="20955"/>
                  </a:lnTo>
                  <a:lnTo>
                    <a:pt x="17907" y="17526"/>
                  </a:lnTo>
                  <a:cubicBezTo>
                    <a:pt x="20701" y="14732"/>
                    <a:pt x="23749" y="12192"/>
                    <a:pt x="27051" y="10033"/>
                  </a:cubicBezTo>
                  <a:lnTo>
                    <a:pt x="29718" y="13970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cubicBezTo>
                    <a:pt x="41021" y="3048"/>
                    <a:pt x="44704" y="1905"/>
                    <a:pt x="48641" y="1143"/>
                  </a:cubicBezTo>
                  <a:lnTo>
                    <a:pt x="49530" y="5842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3245485" y="0"/>
                  </a:lnTo>
                  <a:cubicBezTo>
                    <a:pt x="3249422" y="0"/>
                    <a:pt x="3253359" y="381"/>
                    <a:pt x="3257169" y="1143"/>
                  </a:cubicBezTo>
                  <a:lnTo>
                    <a:pt x="3256280" y="5842"/>
                  </a:lnTo>
                  <a:lnTo>
                    <a:pt x="3257169" y="1143"/>
                  </a:lnTo>
                  <a:cubicBezTo>
                    <a:pt x="3260979" y="1905"/>
                    <a:pt x="3264789" y="3048"/>
                    <a:pt x="3268472" y="4572"/>
                  </a:cubicBezTo>
                  <a:lnTo>
                    <a:pt x="3266694" y="9017"/>
                  </a:lnTo>
                  <a:lnTo>
                    <a:pt x="3268472" y="4572"/>
                  </a:lnTo>
                  <a:cubicBezTo>
                    <a:pt x="3272155" y="6096"/>
                    <a:pt x="3275584" y="7874"/>
                    <a:pt x="3278886" y="10160"/>
                  </a:cubicBezTo>
                  <a:lnTo>
                    <a:pt x="3276219" y="14097"/>
                  </a:lnTo>
                  <a:lnTo>
                    <a:pt x="3278886" y="10160"/>
                  </a:lnTo>
                  <a:cubicBezTo>
                    <a:pt x="3282188" y="12319"/>
                    <a:pt x="3285236" y="14859"/>
                    <a:pt x="3288030" y="17653"/>
                  </a:cubicBezTo>
                  <a:lnTo>
                    <a:pt x="3284601" y="21082"/>
                  </a:lnTo>
                  <a:lnTo>
                    <a:pt x="3288030" y="17653"/>
                  </a:lnTo>
                  <a:cubicBezTo>
                    <a:pt x="3290824" y="20447"/>
                    <a:pt x="3293364" y="23495"/>
                    <a:pt x="3295523" y="26797"/>
                  </a:cubicBezTo>
                  <a:lnTo>
                    <a:pt x="3291586" y="29464"/>
                  </a:lnTo>
                  <a:lnTo>
                    <a:pt x="3295523" y="26797"/>
                  </a:lnTo>
                  <a:cubicBezTo>
                    <a:pt x="3297682" y="30099"/>
                    <a:pt x="3299587" y="33528"/>
                    <a:pt x="3301111" y="37211"/>
                  </a:cubicBezTo>
                  <a:lnTo>
                    <a:pt x="3296666" y="38989"/>
                  </a:lnTo>
                  <a:lnTo>
                    <a:pt x="3301111" y="37211"/>
                  </a:lnTo>
                  <a:cubicBezTo>
                    <a:pt x="3302635" y="40894"/>
                    <a:pt x="3303778" y="44577"/>
                    <a:pt x="3304540" y="48514"/>
                  </a:cubicBezTo>
                  <a:lnTo>
                    <a:pt x="3299841" y="49403"/>
                  </a:lnTo>
                  <a:lnTo>
                    <a:pt x="3304540" y="48514"/>
                  </a:lnTo>
                  <a:cubicBezTo>
                    <a:pt x="3305302" y="52324"/>
                    <a:pt x="3305683" y="56261"/>
                    <a:pt x="3305683" y="60198"/>
                  </a:cubicBezTo>
                  <a:lnTo>
                    <a:pt x="3300857" y="60198"/>
                  </a:lnTo>
                  <a:lnTo>
                    <a:pt x="3305683" y="60198"/>
                  </a:lnTo>
                  <a:lnTo>
                    <a:pt x="3305683" y="1302258"/>
                  </a:lnTo>
                  <a:lnTo>
                    <a:pt x="3300857" y="1302258"/>
                  </a:lnTo>
                  <a:lnTo>
                    <a:pt x="3305683" y="1302258"/>
                  </a:lnTo>
                  <a:cubicBezTo>
                    <a:pt x="3305683" y="1306195"/>
                    <a:pt x="3305302" y="1310132"/>
                    <a:pt x="3304540" y="1313942"/>
                  </a:cubicBezTo>
                  <a:cubicBezTo>
                    <a:pt x="3303778" y="1317752"/>
                    <a:pt x="3302635" y="1321562"/>
                    <a:pt x="3301111" y="1325245"/>
                  </a:cubicBezTo>
                  <a:lnTo>
                    <a:pt x="3296666" y="1323467"/>
                  </a:lnTo>
                  <a:lnTo>
                    <a:pt x="3301111" y="1325245"/>
                  </a:lnTo>
                  <a:cubicBezTo>
                    <a:pt x="3299587" y="1328928"/>
                    <a:pt x="3297809" y="1332357"/>
                    <a:pt x="3295523" y="1335659"/>
                  </a:cubicBezTo>
                  <a:lnTo>
                    <a:pt x="3291586" y="1332992"/>
                  </a:lnTo>
                  <a:lnTo>
                    <a:pt x="3295523" y="1335659"/>
                  </a:lnTo>
                  <a:cubicBezTo>
                    <a:pt x="3293364" y="1338961"/>
                    <a:pt x="3290824" y="1342009"/>
                    <a:pt x="3288030" y="1344803"/>
                  </a:cubicBezTo>
                  <a:lnTo>
                    <a:pt x="3284601" y="1341374"/>
                  </a:lnTo>
                  <a:lnTo>
                    <a:pt x="3288030" y="1344803"/>
                  </a:lnTo>
                  <a:cubicBezTo>
                    <a:pt x="3285236" y="1347597"/>
                    <a:pt x="3282188" y="1350137"/>
                    <a:pt x="3278886" y="1352296"/>
                  </a:cubicBezTo>
                  <a:lnTo>
                    <a:pt x="3276219" y="1348359"/>
                  </a:lnTo>
                  <a:lnTo>
                    <a:pt x="3278886" y="1352296"/>
                  </a:lnTo>
                  <a:cubicBezTo>
                    <a:pt x="3275584" y="1354455"/>
                    <a:pt x="3272155" y="1356360"/>
                    <a:pt x="3268472" y="1357884"/>
                  </a:cubicBezTo>
                  <a:lnTo>
                    <a:pt x="3266694" y="1353439"/>
                  </a:lnTo>
                  <a:lnTo>
                    <a:pt x="3268472" y="1357884"/>
                  </a:lnTo>
                  <a:cubicBezTo>
                    <a:pt x="3264789" y="1359408"/>
                    <a:pt x="3261106" y="1360551"/>
                    <a:pt x="3257169" y="1361313"/>
                  </a:cubicBezTo>
                  <a:lnTo>
                    <a:pt x="3256280" y="1356614"/>
                  </a:lnTo>
                  <a:lnTo>
                    <a:pt x="3257169" y="1361313"/>
                  </a:lnTo>
                  <a:cubicBezTo>
                    <a:pt x="3253359" y="1362075"/>
                    <a:pt x="3249422" y="1362456"/>
                    <a:pt x="3245485" y="1362456"/>
                  </a:cubicBezTo>
                  <a:lnTo>
                    <a:pt x="60198" y="1362456"/>
                  </a:lnTo>
                  <a:cubicBezTo>
                    <a:pt x="56261" y="1362456"/>
                    <a:pt x="52324" y="1362075"/>
                    <a:pt x="48514" y="1361313"/>
                  </a:cubicBezTo>
                  <a:lnTo>
                    <a:pt x="49403" y="1356614"/>
                  </a:lnTo>
                  <a:lnTo>
                    <a:pt x="48514" y="1361313"/>
                  </a:lnTo>
                  <a:cubicBezTo>
                    <a:pt x="44704" y="1360551"/>
                    <a:pt x="40894" y="1359408"/>
                    <a:pt x="37211" y="1357884"/>
                  </a:cubicBezTo>
                  <a:lnTo>
                    <a:pt x="38989" y="1353439"/>
                  </a:lnTo>
                  <a:lnTo>
                    <a:pt x="37211" y="1357884"/>
                  </a:lnTo>
                  <a:cubicBezTo>
                    <a:pt x="33528" y="1356360"/>
                    <a:pt x="30099" y="1354582"/>
                    <a:pt x="26797" y="1352296"/>
                  </a:cubicBezTo>
                  <a:lnTo>
                    <a:pt x="29464" y="1348359"/>
                  </a:lnTo>
                  <a:lnTo>
                    <a:pt x="26797" y="1352296"/>
                  </a:lnTo>
                  <a:cubicBezTo>
                    <a:pt x="23495" y="1350137"/>
                    <a:pt x="20447" y="1347597"/>
                    <a:pt x="17653" y="1344803"/>
                  </a:cubicBezTo>
                  <a:lnTo>
                    <a:pt x="21082" y="1341374"/>
                  </a:lnTo>
                  <a:lnTo>
                    <a:pt x="17653" y="1344803"/>
                  </a:lnTo>
                  <a:cubicBezTo>
                    <a:pt x="14859" y="1342009"/>
                    <a:pt x="12319" y="1338961"/>
                    <a:pt x="10160" y="1335659"/>
                  </a:cubicBezTo>
                  <a:cubicBezTo>
                    <a:pt x="8001" y="1332357"/>
                    <a:pt x="6096" y="1328928"/>
                    <a:pt x="4572" y="1325245"/>
                  </a:cubicBezTo>
                  <a:lnTo>
                    <a:pt x="9017" y="1323467"/>
                  </a:lnTo>
                  <a:lnTo>
                    <a:pt x="4572" y="1325245"/>
                  </a:lnTo>
                  <a:cubicBezTo>
                    <a:pt x="3048" y="1321562"/>
                    <a:pt x="1905" y="1317879"/>
                    <a:pt x="1143" y="1313942"/>
                  </a:cubicBezTo>
                  <a:cubicBezTo>
                    <a:pt x="381" y="1310132"/>
                    <a:pt x="0" y="1306195"/>
                    <a:pt x="0" y="1302258"/>
                  </a:cubicBezTo>
                  <a:lnTo>
                    <a:pt x="4699" y="1302258"/>
                  </a:lnTo>
                  <a:lnTo>
                    <a:pt x="254" y="1302258"/>
                  </a:lnTo>
                  <a:moveTo>
                    <a:pt x="9779" y="1302258"/>
                  </a:moveTo>
                  <a:cubicBezTo>
                    <a:pt x="9779" y="1305560"/>
                    <a:pt x="10160" y="1308862"/>
                    <a:pt x="10795" y="1312164"/>
                  </a:cubicBezTo>
                  <a:lnTo>
                    <a:pt x="6096" y="1313053"/>
                  </a:lnTo>
                  <a:lnTo>
                    <a:pt x="10795" y="1312164"/>
                  </a:lnTo>
                  <a:cubicBezTo>
                    <a:pt x="11430" y="1315466"/>
                    <a:pt x="12446" y="1318514"/>
                    <a:pt x="13716" y="1321689"/>
                  </a:cubicBezTo>
                  <a:cubicBezTo>
                    <a:pt x="14986" y="1324737"/>
                    <a:pt x="16510" y="1327658"/>
                    <a:pt x="18415" y="1330452"/>
                  </a:cubicBezTo>
                  <a:lnTo>
                    <a:pt x="14478" y="1333119"/>
                  </a:lnTo>
                  <a:lnTo>
                    <a:pt x="18415" y="1330452"/>
                  </a:lnTo>
                  <a:cubicBezTo>
                    <a:pt x="20320" y="1333246"/>
                    <a:pt x="22352" y="1335786"/>
                    <a:pt x="24638" y="1338072"/>
                  </a:cubicBezTo>
                  <a:cubicBezTo>
                    <a:pt x="26924" y="1340358"/>
                    <a:pt x="29591" y="1342517"/>
                    <a:pt x="32258" y="1344295"/>
                  </a:cubicBezTo>
                  <a:cubicBezTo>
                    <a:pt x="34925" y="1346073"/>
                    <a:pt x="37973" y="1347724"/>
                    <a:pt x="41021" y="1348994"/>
                  </a:cubicBezTo>
                  <a:cubicBezTo>
                    <a:pt x="44069" y="1350264"/>
                    <a:pt x="47244" y="1351280"/>
                    <a:pt x="50546" y="1351915"/>
                  </a:cubicBezTo>
                  <a:cubicBezTo>
                    <a:pt x="53848" y="1352550"/>
                    <a:pt x="57023" y="1352931"/>
                    <a:pt x="60452" y="1352931"/>
                  </a:cubicBezTo>
                  <a:lnTo>
                    <a:pt x="60452" y="1357630"/>
                  </a:lnTo>
                  <a:lnTo>
                    <a:pt x="60452" y="1352804"/>
                  </a:lnTo>
                  <a:lnTo>
                    <a:pt x="3245612" y="1352804"/>
                  </a:lnTo>
                  <a:lnTo>
                    <a:pt x="3245612" y="1357630"/>
                  </a:lnTo>
                  <a:lnTo>
                    <a:pt x="3245612" y="1352931"/>
                  </a:lnTo>
                  <a:cubicBezTo>
                    <a:pt x="3248914" y="1352931"/>
                    <a:pt x="3252216" y="1352550"/>
                    <a:pt x="3255518" y="1351915"/>
                  </a:cubicBezTo>
                  <a:cubicBezTo>
                    <a:pt x="3258820" y="1351280"/>
                    <a:pt x="3261868" y="1350264"/>
                    <a:pt x="3265043" y="1348994"/>
                  </a:cubicBezTo>
                  <a:cubicBezTo>
                    <a:pt x="3268091" y="1347724"/>
                    <a:pt x="3271012" y="1346200"/>
                    <a:pt x="3273806" y="1344295"/>
                  </a:cubicBezTo>
                  <a:cubicBezTo>
                    <a:pt x="3276600" y="1342390"/>
                    <a:pt x="3279140" y="1340358"/>
                    <a:pt x="3281426" y="1338072"/>
                  </a:cubicBezTo>
                  <a:cubicBezTo>
                    <a:pt x="3283712" y="1335786"/>
                    <a:pt x="3285871" y="1333119"/>
                    <a:pt x="3287649" y="1330452"/>
                  </a:cubicBezTo>
                  <a:cubicBezTo>
                    <a:pt x="3289554" y="1327658"/>
                    <a:pt x="3291078" y="1324737"/>
                    <a:pt x="3292348" y="1321689"/>
                  </a:cubicBezTo>
                  <a:cubicBezTo>
                    <a:pt x="3293618" y="1318641"/>
                    <a:pt x="3294634" y="1315466"/>
                    <a:pt x="3295269" y="1312164"/>
                  </a:cubicBezTo>
                  <a:lnTo>
                    <a:pt x="3299968" y="1313053"/>
                  </a:lnTo>
                  <a:lnTo>
                    <a:pt x="3295269" y="1312164"/>
                  </a:lnTo>
                  <a:cubicBezTo>
                    <a:pt x="3295904" y="1308862"/>
                    <a:pt x="3296285" y="1305687"/>
                    <a:pt x="3296285" y="1302258"/>
                  </a:cubicBezTo>
                  <a:lnTo>
                    <a:pt x="3296285" y="59944"/>
                  </a:lnTo>
                  <a:cubicBezTo>
                    <a:pt x="3296285" y="56642"/>
                    <a:pt x="3295904" y="53340"/>
                    <a:pt x="3295269" y="50038"/>
                  </a:cubicBezTo>
                  <a:cubicBezTo>
                    <a:pt x="3294634" y="46736"/>
                    <a:pt x="3293618" y="43688"/>
                    <a:pt x="3292348" y="40513"/>
                  </a:cubicBezTo>
                  <a:cubicBezTo>
                    <a:pt x="3291078" y="37338"/>
                    <a:pt x="3289554" y="34544"/>
                    <a:pt x="3287649" y="31750"/>
                  </a:cubicBezTo>
                  <a:cubicBezTo>
                    <a:pt x="3285871" y="28956"/>
                    <a:pt x="3283712" y="26416"/>
                    <a:pt x="3281426" y="24130"/>
                  </a:cubicBezTo>
                  <a:cubicBezTo>
                    <a:pt x="3279140" y="21844"/>
                    <a:pt x="3276473" y="19685"/>
                    <a:pt x="3273806" y="17907"/>
                  </a:cubicBezTo>
                  <a:cubicBezTo>
                    <a:pt x="3271012" y="16002"/>
                    <a:pt x="3268091" y="14478"/>
                    <a:pt x="3265043" y="13208"/>
                  </a:cubicBezTo>
                  <a:cubicBezTo>
                    <a:pt x="3261995" y="11938"/>
                    <a:pt x="3258820" y="10922"/>
                    <a:pt x="3255518" y="10287"/>
                  </a:cubicBezTo>
                  <a:cubicBezTo>
                    <a:pt x="3252216" y="9652"/>
                    <a:pt x="3249041" y="9271"/>
                    <a:pt x="3245612" y="9271"/>
                  </a:cubicBezTo>
                  <a:lnTo>
                    <a:pt x="3245612" y="4572"/>
                  </a:lnTo>
                  <a:lnTo>
                    <a:pt x="3245612" y="9398"/>
                  </a:lnTo>
                  <a:lnTo>
                    <a:pt x="60198" y="9398"/>
                  </a:lnTo>
                  <a:lnTo>
                    <a:pt x="60198" y="4826"/>
                  </a:lnTo>
                  <a:lnTo>
                    <a:pt x="60198" y="9525"/>
                  </a:lnTo>
                  <a:cubicBezTo>
                    <a:pt x="56896" y="9525"/>
                    <a:pt x="53594" y="9906"/>
                    <a:pt x="50292" y="10541"/>
                  </a:cubicBezTo>
                  <a:cubicBezTo>
                    <a:pt x="46990" y="11176"/>
                    <a:pt x="43942" y="12192"/>
                    <a:pt x="40767" y="13462"/>
                  </a:cubicBezTo>
                  <a:lnTo>
                    <a:pt x="38989" y="9017"/>
                  </a:lnTo>
                  <a:lnTo>
                    <a:pt x="40767" y="13462"/>
                  </a:lnTo>
                  <a:cubicBezTo>
                    <a:pt x="37719" y="14732"/>
                    <a:pt x="34798" y="16256"/>
                    <a:pt x="32004" y="18161"/>
                  </a:cubicBezTo>
                  <a:cubicBezTo>
                    <a:pt x="29210" y="20066"/>
                    <a:pt x="26670" y="22098"/>
                    <a:pt x="24384" y="24384"/>
                  </a:cubicBezTo>
                  <a:cubicBezTo>
                    <a:pt x="22098" y="26670"/>
                    <a:pt x="19939" y="29337"/>
                    <a:pt x="18161" y="32004"/>
                  </a:cubicBezTo>
                  <a:lnTo>
                    <a:pt x="14224" y="29337"/>
                  </a:lnTo>
                  <a:lnTo>
                    <a:pt x="18161" y="32004"/>
                  </a:lnTo>
                  <a:cubicBezTo>
                    <a:pt x="16256" y="34798"/>
                    <a:pt x="14732" y="37719"/>
                    <a:pt x="13462" y="40767"/>
                  </a:cubicBezTo>
                  <a:cubicBezTo>
                    <a:pt x="12192" y="43815"/>
                    <a:pt x="11176" y="46990"/>
                    <a:pt x="10541" y="50292"/>
                  </a:cubicBezTo>
                  <a:cubicBezTo>
                    <a:pt x="9906" y="53594"/>
                    <a:pt x="9525" y="56769"/>
                    <a:pt x="9525" y="60198"/>
                  </a:cubicBezTo>
                  <a:lnTo>
                    <a:pt x="9525" y="1302258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0075" y="863222"/>
            <a:ext cx="10088918" cy="10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Los pequeños productores son parte central del problema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1265" y="110770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94" r="0" b="-399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11678" y="2524773"/>
            <a:ext cx="31984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󰞾</a:t>
            </a:r>
            <a:r>
              <a:rPr lang="en-US" b="true" sz="1687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11678" y="3782073"/>
            <a:ext cx="31984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🏠</a:t>
            </a:r>
            <a:r>
              <a:rPr lang="en-US" b="true" sz="1687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11678" y="5306073"/>
            <a:ext cx="31984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🍽</a:t>
            </a:r>
            <a:r>
              <a:rPr lang="en-US" b="true" sz="1687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5251" y="3828831"/>
            <a:ext cx="1685839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Familias rurales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5251" y="5352831"/>
            <a:ext cx="2363057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Seguridad alimentaria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5251" y="2571531"/>
            <a:ext cx="2382726" cy="29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Pequeños productores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11678" y="5821728"/>
            <a:ext cx="2087337" cy="53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Menor producción, menor disponibilidad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1678" y="4288203"/>
            <a:ext cx="2487797" cy="54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Dependen directamente de sus cosechas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11678" y="3059478"/>
            <a:ext cx="2585895" cy="23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 infraestructura de protección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1956"/>
            <a:ext cx="11430000" cy="7143750"/>
            <a:chOff x="0" y="0"/>
            <a:chExt cx="11430000" cy="7143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7143750"/>
            </a:xfrm>
            <a:custGeom>
              <a:avLst/>
              <a:gdLst/>
              <a:ahLst/>
              <a:cxnLst/>
              <a:rect r="r" b="b" t="t" l="l"/>
              <a:pathLst>
                <a:path h="714375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143750"/>
                  </a:lnTo>
                  <a:lnTo>
                    <a:pt x="0" y="714375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956"/>
            <a:ext cx="11425238" cy="7143750"/>
            <a:chOff x="0" y="0"/>
            <a:chExt cx="1523365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33650" cy="9525000"/>
            </a:xfrm>
            <a:custGeom>
              <a:avLst/>
              <a:gdLst/>
              <a:ahLst/>
              <a:cxnLst/>
              <a:rect r="r" b="b" t="t" l="l"/>
              <a:pathLst>
                <a:path h="9525000" w="15233650">
                  <a:moveTo>
                    <a:pt x="0" y="0"/>
                  </a:moveTo>
                  <a:lnTo>
                    <a:pt x="15233650" y="0"/>
                  </a:lnTo>
                  <a:lnTo>
                    <a:pt x="1523365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22822" y="2172052"/>
            <a:ext cx="6070597" cy="1127122"/>
            <a:chOff x="0" y="0"/>
            <a:chExt cx="6070600" cy="1127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8199" y="68326"/>
              <a:ext cx="5934075" cy="990600"/>
            </a:xfrm>
            <a:custGeom>
              <a:avLst/>
              <a:gdLst/>
              <a:ahLst/>
              <a:cxnLst/>
              <a:rect r="r" b="b" t="t" l="l"/>
              <a:pathLst>
                <a:path h="990600" w="5934075">
                  <a:moveTo>
                    <a:pt x="127" y="935355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5878830" y="0"/>
                  </a:lnTo>
                  <a:cubicBezTo>
                    <a:pt x="5882513" y="0"/>
                    <a:pt x="5886069" y="381"/>
                    <a:pt x="5889625" y="1016"/>
                  </a:cubicBezTo>
                  <a:cubicBezTo>
                    <a:pt x="5893181" y="1651"/>
                    <a:pt x="5896610" y="2794"/>
                    <a:pt x="5900039" y="4191"/>
                  </a:cubicBezTo>
                  <a:cubicBezTo>
                    <a:pt x="5903468" y="5588"/>
                    <a:pt x="5906516" y="7239"/>
                    <a:pt x="5909564" y="9271"/>
                  </a:cubicBezTo>
                  <a:cubicBezTo>
                    <a:pt x="5912612" y="11303"/>
                    <a:pt x="5915406" y="13589"/>
                    <a:pt x="5917946" y="16129"/>
                  </a:cubicBezTo>
                  <a:cubicBezTo>
                    <a:pt x="5920486" y="18669"/>
                    <a:pt x="5922772" y="21463"/>
                    <a:pt x="5924804" y="24511"/>
                  </a:cubicBezTo>
                  <a:cubicBezTo>
                    <a:pt x="5926836" y="27559"/>
                    <a:pt x="5928487" y="30734"/>
                    <a:pt x="5929884" y="34036"/>
                  </a:cubicBezTo>
                  <a:cubicBezTo>
                    <a:pt x="5931281" y="37338"/>
                    <a:pt x="5932297" y="40894"/>
                    <a:pt x="5933059" y="44450"/>
                  </a:cubicBezTo>
                  <a:cubicBezTo>
                    <a:pt x="5933821" y="48006"/>
                    <a:pt x="5934075" y="51562"/>
                    <a:pt x="5934075" y="55245"/>
                  </a:cubicBezTo>
                  <a:lnTo>
                    <a:pt x="5934075" y="935355"/>
                  </a:lnTo>
                  <a:cubicBezTo>
                    <a:pt x="5934075" y="939038"/>
                    <a:pt x="5933694" y="942594"/>
                    <a:pt x="5933059" y="946150"/>
                  </a:cubicBezTo>
                  <a:cubicBezTo>
                    <a:pt x="5932424" y="949706"/>
                    <a:pt x="5931281" y="953135"/>
                    <a:pt x="5929884" y="956564"/>
                  </a:cubicBezTo>
                  <a:cubicBezTo>
                    <a:pt x="5928487" y="959993"/>
                    <a:pt x="5926836" y="963041"/>
                    <a:pt x="5924804" y="966089"/>
                  </a:cubicBezTo>
                  <a:cubicBezTo>
                    <a:pt x="5922772" y="969137"/>
                    <a:pt x="5920486" y="971931"/>
                    <a:pt x="5917946" y="974471"/>
                  </a:cubicBezTo>
                  <a:cubicBezTo>
                    <a:pt x="5915406" y="977011"/>
                    <a:pt x="5912612" y="979297"/>
                    <a:pt x="5909564" y="981329"/>
                  </a:cubicBezTo>
                  <a:cubicBezTo>
                    <a:pt x="5906516" y="983361"/>
                    <a:pt x="5903341" y="985012"/>
                    <a:pt x="5900039" y="986409"/>
                  </a:cubicBezTo>
                  <a:cubicBezTo>
                    <a:pt x="5896737" y="987806"/>
                    <a:pt x="5893181" y="988822"/>
                    <a:pt x="5889625" y="989584"/>
                  </a:cubicBezTo>
                  <a:cubicBezTo>
                    <a:pt x="5886069" y="990346"/>
                    <a:pt x="5882513" y="990600"/>
                    <a:pt x="5878830" y="990600"/>
                  </a:cubicBezTo>
                  <a:lnTo>
                    <a:pt x="55245" y="990600"/>
                  </a:lnTo>
                  <a:cubicBezTo>
                    <a:pt x="51562" y="990600"/>
                    <a:pt x="48006" y="990219"/>
                    <a:pt x="44450" y="989584"/>
                  </a:cubicBezTo>
                  <a:cubicBezTo>
                    <a:pt x="40894" y="988949"/>
                    <a:pt x="37465" y="987806"/>
                    <a:pt x="34036" y="986409"/>
                  </a:cubicBezTo>
                  <a:cubicBezTo>
                    <a:pt x="30607" y="985012"/>
                    <a:pt x="27559" y="983361"/>
                    <a:pt x="24511" y="981329"/>
                  </a:cubicBezTo>
                  <a:cubicBezTo>
                    <a:pt x="21463" y="979297"/>
                    <a:pt x="18669" y="977011"/>
                    <a:pt x="16129" y="974471"/>
                  </a:cubicBezTo>
                  <a:cubicBezTo>
                    <a:pt x="13589" y="971931"/>
                    <a:pt x="11303" y="969137"/>
                    <a:pt x="9271" y="966089"/>
                  </a:cubicBezTo>
                  <a:cubicBezTo>
                    <a:pt x="7239" y="963041"/>
                    <a:pt x="5588" y="959866"/>
                    <a:pt x="4191" y="956564"/>
                  </a:cubicBezTo>
                  <a:cubicBezTo>
                    <a:pt x="2794" y="953262"/>
                    <a:pt x="1778" y="949706"/>
                    <a:pt x="1016" y="946150"/>
                  </a:cubicBezTo>
                  <a:cubicBezTo>
                    <a:pt x="254" y="942594"/>
                    <a:pt x="0" y="939038"/>
                    <a:pt x="0" y="935355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246" y="63500"/>
              <a:ext cx="5943981" cy="1000506"/>
            </a:xfrm>
            <a:custGeom>
              <a:avLst/>
              <a:gdLst/>
              <a:ahLst/>
              <a:cxnLst/>
              <a:rect r="r" b="b" t="t" l="l"/>
              <a:pathLst>
                <a:path h="1000506" w="5943981">
                  <a:moveTo>
                    <a:pt x="254" y="940181"/>
                  </a:moveTo>
                  <a:lnTo>
                    <a:pt x="254" y="60071"/>
                  </a:lnTo>
                  <a:lnTo>
                    <a:pt x="5080" y="60071"/>
                  </a:lnTo>
                  <a:lnTo>
                    <a:pt x="254" y="60071"/>
                  </a:lnTo>
                  <a:cubicBezTo>
                    <a:pt x="254" y="56134"/>
                    <a:pt x="635" y="52197"/>
                    <a:pt x="1397" y="48387"/>
                  </a:cubicBezTo>
                  <a:cubicBezTo>
                    <a:pt x="2159" y="44577"/>
                    <a:pt x="3302" y="40767"/>
                    <a:pt x="4826" y="37084"/>
                  </a:cubicBezTo>
                  <a:lnTo>
                    <a:pt x="9271" y="38862"/>
                  </a:lnTo>
                  <a:lnTo>
                    <a:pt x="4826" y="37084"/>
                  </a:lnTo>
                  <a:cubicBezTo>
                    <a:pt x="6350" y="33401"/>
                    <a:pt x="8128" y="29972"/>
                    <a:pt x="10414" y="26670"/>
                  </a:cubicBezTo>
                  <a:cubicBezTo>
                    <a:pt x="12573" y="23368"/>
                    <a:pt x="15113" y="20320"/>
                    <a:pt x="17907" y="17526"/>
                  </a:cubicBezTo>
                  <a:lnTo>
                    <a:pt x="21336" y="20955"/>
                  </a:lnTo>
                  <a:lnTo>
                    <a:pt x="17907" y="17526"/>
                  </a:lnTo>
                  <a:cubicBezTo>
                    <a:pt x="20701" y="14732"/>
                    <a:pt x="23749" y="12192"/>
                    <a:pt x="27051" y="10033"/>
                  </a:cubicBezTo>
                  <a:lnTo>
                    <a:pt x="29718" y="13970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39116" y="9017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49530" y="5842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5883783" y="0"/>
                  </a:lnTo>
                  <a:lnTo>
                    <a:pt x="5883783" y="4826"/>
                  </a:lnTo>
                  <a:lnTo>
                    <a:pt x="5883783" y="0"/>
                  </a:lnTo>
                  <a:cubicBezTo>
                    <a:pt x="5887720" y="0"/>
                    <a:pt x="5891657" y="381"/>
                    <a:pt x="5895467" y="1143"/>
                  </a:cubicBezTo>
                  <a:cubicBezTo>
                    <a:pt x="5899277" y="1905"/>
                    <a:pt x="5903087" y="3048"/>
                    <a:pt x="5906770" y="4572"/>
                  </a:cubicBezTo>
                  <a:lnTo>
                    <a:pt x="5904992" y="9017"/>
                  </a:lnTo>
                  <a:lnTo>
                    <a:pt x="5906770" y="4572"/>
                  </a:lnTo>
                  <a:cubicBezTo>
                    <a:pt x="5910453" y="6096"/>
                    <a:pt x="5913882" y="7874"/>
                    <a:pt x="5917184" y="10160"/>
                  </a:cubicBezTo>
                  <a:lnTo>
                    <a:pt x="5914517" y="14097"/>
                  </a:lnTo>
                  <a:lnTo>
                    <a:pt x="5917184" y="10160"/>
                  </a:lnTo>
                  <a:cubicBezTo>
                    <a:pt x="5920486" y="12319"/>
                    <a:pt x="5923534" y="14859"/>
                    <a:pt x="5926328" y="17653"/>
                  </a:cubicBezTo>
                  <a:lnTo>
                    <a:pt x="5922899" y="21082"/>
                  </a:lnTo>
                  <a:lnTo>
                    <a:pt x="5926328" y="17653"/>
                  </a:lnTo>
                  <a:cubicBezTo>
                    <a:pt x="5929122" y="20447"/>
                    <a:pt x="5931662" y="23495"/>
                    <a:pt x="5933821" y="26797"/>
                  </a:cubicBezTo>
                  <a:lnTo>
                    <a:pt x="5929884" y="29464"/>
                  </a:lnTo>
                  <a:lnTo>
                    <a:pt x="5933821" y="26797"/>
                  </a:lnTo>
                  <a:cubicBezTo>
                    <a:pt x="5935980" y="30099"/>
                    <a:pt x="5937885" y="33528"/>
                    <a:pt x="5939409" y="37211"/>
                  </a:cubicBezTo>
                  <a:cubicBezTo>
                    <a:pt x="5940933" y="40894"/>
                    <a:pt x="5942076" y="44577"/>
                    <a:pt x="5942838" y="48514"/>
                  </a:cubicBezTo>
                  <a:cubicBezTo>
                    <a:pt x="5943600" y="52324"/>
                    <a:pt x="5943981" y="56261"/>
                    <a:pt x="5943981" y="60198"/>
                  </a:cubicBezTo>
                  <a:lnTo>
                    <a:pt x="5943981" y="940308"/>
                  </a:lnTo>
                  <a:cubicBezTo>
                    <a:pt x="5943981" y="944245"/>
                    <a:pt x="5943600" y="948182"/>
                    <a:pt x="5942838" y="951992"/>
                  </a:cubicBezTo>
                  <a:lnTo>
                    <a:pt x="5938139" y="951103"/>
                  </a:lnTo>
                  <a:lnTo>
                    <a:pt x="5942838" y="951992"/>
                  </a:lnTo>
                  <a:cubicBezTo>
                    <a:pt x="5942076" y="955802"/>
                    <a:pt x="5940933" y="959612"/>
                    <a:pt x="5939409" y="963295"/>
                  </a:cubicBezTo>
                  <a:cubicBezTo>
                    <a:pt x="5937885" y="966978"/>
                    <a:pt x="5936107" y="970407"/>
                    <a:pt x="5933821" y="973709"/>
                  </a:cubicBezTo>
                  <a:lnTo>
                    <a:pt x="5929884" y="971042"/>
                  </a:lnTo>
                  <a:lnTo>
                    <a:pt x="5933821" y="973709"/>
                  </a:lnTo>
                  <a:cubicBezTo>
                    <a:pt x="5931662" y="977011"/>
                    <a:pt x="5929122" y="980059"/>
                    <a:pt x="5926328" y="982853"/>
                  </a:cubicBezTo>
                  <a:lnTo>
                    <a:pt x="5922899" y="979424"/>
                  </a:lnTo>
                  <a:lnTo>
                    <a:pt x="5926328" y="982853"/>
                  </a:lnTo>
                  <a:cubicBezTo>
                    <a:pt x="5923534" y="985647"/>
                    <a:pt x="5920486" y="988187"/>
                    <a:pt x="5917184" y="990346"/>
                  </a:cubicBezTo>
                  <a:lnTo>
                    <a:pt x="5914517" y="986409"/>
                  </a:lnTo>
                  <a:lnTo>
                    <a:pt x="5917184" y="990346"/>
                  </a:lnTo>
                  <a:cubicBezTo>
                    <a:pt x="5913882" y="992505"/>
                    <a:pt x="5910453" y="994410"/>
                    <a:pt x="5906770" y="995934"/>
                  </a:cubicBezTo>
                  <a:cubicBezTo>
                    <a:pt x="5903087" y="997458"/>
                    <a:pt x="5899404" y="998601"/>
                    <a:pt x="5895467" y="999363"/>
                  </a:cubicBezTo>
                  <a:lnTo>
                    <a:pt x="5894578" y="994664"/>
                  </a:lnTo>
                  <a:lnTo>
                    <a:pt x="5895467" y="999363"/>
                  </a:lnTo>
                  <a:cubicBezTo>
                    <a:pt x="5891657" y="1000125"/>
                    <a:pt x="5887720" y="1000506"/>
                    <a:pt x="5883783" y="1000506"/>
                  </a:cubicBezTo>
                  <a:lnTo>
                    <a:pt x="60198" y="1000506"/>
                  </a:lnTo>
                  <a:cubicBezTo>
                    <a:pt x="56261" y="1000506"/>
                    <a:pt x="52324" y="1000125"/>
                    <a:pt x="48514" y="999363"/>
                  </a:cubicBezTo>
                  <a:cubicBezTo>
                    <a:pt x="44704" y="998601"/>
                    <a:pt x="40894" y="997458"/>
                    <a:pt x="37211" y="995934"/>
                  </a:cubicBezTo>
                  <a:cubicBezTo>
                    <a:pt x="33528" y="994410"/>
                    <a:pt x="30099" y="992632"/>
                    <a:pt x="26797" y="990346"/>
                  </a:cubicBezTo>
                  <a:lnTo>
                    <a:pt x="29464" y="986409"/>
                  </a:lnTo>
                  <a:lnTo>
                    <a:pt x="26797" y="990346"/>
                  </a:lnTo>
                  <a:cubicBezTo>
                    <a:pt x="23495" y="988187"/>
                    <a:pt x="20447" y="985647"/>
                    <a:pt x="17653" y="982853"/>
                  </a:cubicBezTo>
                  <a:lnTo>
                    <a:pt x="21082" y="979424"/>
                  </a:lnTo>
                  <a:lnTo>
                    <a:pt x="17653" y="982853"/>
                  </a:lnTo>
                  <a:cubicBezTo>
                    <a:pt x="14859" y="980059"/>
                    <a:pt x="12319" y="977011"/>
                    <a:pt x="10160" y="973709"/>
                  </a:cubicBezTo>
                  <a:lnTo>
                    <a:pt x="14097" y="971042"/>
                  </a:lnTo>
                  <a:lnTo>
                    <a:pt x="10160" y="973709"/>
                  </a:lnTo>
                  <a:cubicBezTo>
                    <a:pt x="8001" y="970407"/>
                    <a:pt x="6096" y="966978"/>
                    <a:pt x="4572" y="963295"/>
                  </a:cubicBezTo>
                  <a:lnTo>
                    <a:pt x="9017" y="961517"/>
                  </a:lnTo>
                  <a:lnTo>
                    <a:pt x="4572" y="963295"/>
                  </a:lnTo>
                  <a:cubicBezTo>
                    <a:pt x="3048" y="959612"/>
                    <a:pt x="1905" y="955929"/>
                    <a:pt x="1143" y="951992"/>
                  </a:cubicBezTo>
                  <a:lnTo>
                    <a:pt x="5842" y="951103"/>
                  </a:lnTo>
                  <a:lnTo>
                    <a:pt x="1143" y="951992"/>
                  </a:lnTo>
                  <a:cubicBezTo>
                    <a:pt x="381" y="948182"/>
                    <a:pt x="0" y="944245"/>
                    <a:pt x="0" y="940308"/>
                  </a:cubicBezTo>
                  <a:lnTo>
                    <a:pt x="4826" y="940308"/>
                  </a:lnTo>
                  <a:lnTo>
                    <a:pt x="254" y="940308"/>
                  </a:lnTo>
                  <a:moveTo>
                    <a:pt x="9779" y="940308"/>
                  </a:moveTo>
                  <a:cubicBezTo>
                    <a:pt x="9779" y="943610"/>
                    <a:pt x="10160" y="946912"/>
                    <a:pt x="10795" y="950214"/>
                  </a:cubicBezTo>
                  <a:cubicBezTo>
                    <a:pt x="11430" y="953516"/>
                    <a:pt x="12446" y="956564"/>
                    <a:pt x="13716" y="959739"/>
                  </a:cubicBezTo>
                  <a:cubicBezTo>
                    <a:pt x="14986" y="962787"/>
                    <a:pt x="16510" y="965708"/>
                    <a:pt x="18415" y="968502"/>
                  </a:cubicBezTo>
                  <a:cubicBezTo>
                    <a:pt x="20320" y="971296"/>
                    <a:pt x="22352" y="973836"/>
                    <a:pt x="24638" y="976122"/>
                  </a:cubicBezTo>
                  <a:cubicBezTo>
                    <a:pt x="26924" y="978408"/>
                    <a:pt x="29591" y="980567"/>
                    <a:pt x="32258" y="982345"/>
                  </a:cubicBezTo>
                  <a:cubicBezTo>
                    <a:pt x="35052" y="984250"/>
                    <a:pt x="37973" y="985774"/>
                    <a:pt x="41021" y="987044"/>
                  </a:cubicBezTo>
                  <a:lnTo>
                    <a:pt x="39243" y="991489"/>
                  </a:lnTo>
                  <a:lnTo>
                    <a:pt x="41021" y="987044"/>
                  </a:lnTo>
                  <a:cubicBezTo>
                    <a:pt x="44069" y="988314"/>
                    <a:pt x="47244" y="989330"/>
                    <a:pt x="50546" y="989965"/>
                  </a:cubicBezTo>
                  <a:lnTo>
                    <a:pt x="49657" y="994664"/>
                  </a:lnTo>
                  <a:lnTo>
                    <a:pt x="50546" y="989965"/>
                  </a:lnTo>
                  <a:cubicBezTo>
                    <a:pt x="53848" y="990600"/>
                    <a:pt x="57023" y="990981"/>
                    <a:pt x="60452" y="990981"/>
                  </a:cubicBezTo>
                  <a:lnTo>
                    <a:pt x="60452" y="995680"/>
                  </a:lnTo>
                  <a:lnTo>
                    <a:pt x="60452" y="990600"/>
                  </a:lnTo>
                  <a:lnTo>
                    <a:pt x="5883783" y="990600"/>
                  </a:lnTo>
                  <a:lnTo>
                    <a:pt x="5883783" y="995426"/>
                  </a:lnTo>
                  <a:lnTo>
                    <a:pt x="5883783" y="990727"/>
                  </a:lnTo>
                  <a:cubicBezTo>
                    <a:pt x="5887085" y="990727"/>
                    <a:pt x="5890387" y="990346"/>
                    <a:pt x="5893689" y="989711"/>
                  </a:cubicBezTo>
                  <a:cubicBezTo>
                    <a:pt x="5896991" y="989076"/>
                    <a:pt x="5900039" y="988060"/>
                    <a:pt x="5903214" y="986790"/>
                  </a:cubicBezTo>
                  <a:lnTo>
                    <a:pt x="5904992" y="991235"/>
                  </a:lnTo>
                  <a:lnTo>
                    <a:pt x="5903214" y="986790"/>
                  </a:lnTo>
                  <a:cubicBezTo>
                    <a:pt x="5906262" y="985520"/>
                    <a:pt x="5909183" y="983996"/>
                    <a:pt x="5911977" y="982091"/>
                  </a:cubicBezTo>
                  <a:cubicBezTo>
                    <a:pt x="5914771" y="980313"/>
                    <a:pt x="5917311" y="978154"/>
                    <a:pt x="5919597" y="975868"/>
                  </a:cubicBezTo>
                  <a:cubicBezTo>
                    <a:pt x="5921883" y="973582"/>
                    <a:pt x="5924042" y="970915"/>
                    <a:pt x="5925820" y="968248"/>
                  </a:cubicBezTo>
                  <a:cubicBezTo>
                    <a:pt x="5927725" y="965454"/>
                    <a:pt x="5929249" y="962533"/>
                    <a:pt x="5930519" y="959485"/>
                  </a:cubicBezTo>
                  <a:lnTo>
                    <a:pt x="5934964" y="961263"/>
                  </a:lnTo>
                  <a:lnTo>
                    <a:pt x="5930519" y="959485"/>
                  </a:lnTo>
                  <a:cubicBezTo>
                    <a:pt x="5931789" y="956437"/>
                    <a:pt x="5932805" y="953262"/>
                    <a:pt x="5933440" y="949960"/>
                  </a:cubicBezTo>
                  <a:cubicBezTo>
                    <a:pt x="5934075" y="946658"/>
                    <a:pt x="5934456" y="943483"/>
                    <a:pt x="5934456" y="940054"/>
                  </a:cubicBezTo>
                  <a:lnTo>
                    <a:pt x="5939155" y="940054"/>
                  </a:lnTo>
                  <a:lnTo>
                    <a:pt x="5934329" y="940054"/>
                  </a:lnTo>
                  <a:lnTo>
                    <a:pt x="5934329" y="60071"/>
                  </a:lnTo>
                  <a:lnTo>
                    <a:pt x="5939155" y="60071"/>
                  </a:lnTo>
                  <a:lnTo>
                    <a:pt x="5934456" y="60071"/>
                  </a:lnTo>
                  <a:cubicBezTo>
                    <a:pt x="5934456" y="56769"/>
                    <a:pt x="5934075" y="53467"/>
                    <a:pt x="5933440" y="50165"/>
                  </a:cubicBezTo>
                  <a:lnTo>
                    <a:pt x="5938139" y="49276"/>
                  </a:lnTo>
                  <a:lnTo>
                    <a:pt x="5933440" y="50165"/>
                  </a:lnTo>
                  <a:cubicBezTo>
                    <a:pt x="5932805" y="46863"/>
                    <a:pt x="5931789" y="43815"/>
                    <a:pt x="5930519" y="40640"/>
                  </a:cubicBezTo>
                  <a:lnTo>
                    <a:pt x="5934964" y="38862"/>
                  </a:lnTo>
                  <a:lnTo>
                    <a:pt x="5930519" y="40640"/>
                  </a:lnTo>
                  <a:cubicBezTo>
                    <a:pt x="5929249" y="37592"/>
                    <a:pt x="5927725" y="34671"/>
                    <a:pt x="5925820" y="31877"/>
                  </a:cubicBezTo>
                  <a:cubicBezTo>
                    <a:pt x="5924042" y="29083"/>
                    <a:pt x="5921883" y="26543"/>
                    <a:pt x="5919597" y="24257"/>
                  </a:cubicBezTo>
                  <a:cubicBezTo>
                    <a:pt x="5917311" y="21971"/>
                    <a:pt x="5914644" y="19812"/>
                    <a:pt x="5911977" y="18034"/>
                  </a:cubicBezTo>
                  <a:cubicBezTo>
                    <a:pt x="5909183" y="16256"/>
                    <a:pt x="5906262" y="14605"/>
                    <a:pt x="5903214" y="13335"/>
                  </a:cubicBezTo>
                  <a:cubicBezTo>
                    <a:pt x="5900166" y="12065"/>
                    <a:pt x="5896991" y="11049"/>
                    <a:pt x="5893689" y="10414"/>
                  </a:cubicBezTo>
                  <a:lnTo>
                    <a:pt x="5894578" y="5715"/>
                  </a:lnTo>
                  <a:lnTo>
                    <a:pt x="5893689" y="10414"/>
                  </a:lnTo>
                  <a:cubicBezTo>
                    <a:pt x="5890387" y="9779"/>
                    <a:pt x="5887212" y="9398"/>
                    <a:pt x="5883783" y="9398"/>
                  </a:cubicBezTo>
                  <a:lnTo>
                    <a:pt x="60198" y="9398"/>
                  </a:lnTo>
                  <a:cubicBezTo>
                    <a:pt x="56896" y="9398"/>
                    <a:pt x="53594" y="9779"/>
                    <a:pt x="50292" y="10414"/>
                  </a:cubicBezTo>
                  <a:cubicBezTo>
                    <a:pt x="46990" y="11049"/>
                    <a:pt x="43942" y="12065"/>
                    <a:pt x="40767" y="13335"/>
                  </a:cubicBezTo>
                  <a:cubicBezTo>
                    <a:pt x="37719" y="14605"/>
                    <a:pt x="34798" y="16129"/>
                    <a:pt x="32004" y="18034"/>
                  </a:cubicBezTo>
                  <a:cubicBezTo>
                    <a:pt x="29210" y="19939"/>
                    <a:pt x="26670" y="21971"/>
                    <a:pt x="24384" y="24257"/>
                  </a:cubicBezTo>
                  <a:cubicBezTo>
                    <a:pt x="22098" y="26543"/>
                    <a:pt x="19939" y="29210"/>
                    <a:pt x="18161" y="31877"/>
                  </a:cubicBezTo>
                  <a:lnTo>
                    <a:pt x="14224" y="29210"/>
                  </a:lnTo>
                  <a:lnTo>
                    <a:pt x="18161" y="31877"/>
                  </a:lnTo>
                  <a:cubicBezTo>
                    <a:pt x="16256" y="34671"/>
                    <a:pt x="14732" y="37592"/>
                    <a:pt x="13462" y="40640"/>
                  </a:cubicBezTo>
                  <a:cubicBezTo>
                    <a:pt x="12192" y="43688"/>
                    <a:pt x="11176" y="46863"/>
                    <a:pt x="10541" y="50165"/>
                  </a:cubicBezTo>
                  <a:lnTo>
                    <a:pt x="5842" y="49276"/>
                  </a:lnTo>
                  <a:lnTo>
                    <a:pt x="10541" y="50165"/>
                  </a:lnTo>
                  <a:cubicBezTo>
                    <a:pt x="9906" y="53467"/>
                    <a:pt x="9525" y="56642"/>
                    <a:pt x="9525" y="60071"/>
                  </a:cubicBezTo>
                  <a:lnTo>
                    <a:pt x="9525" y="940181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22822" y="3343627"/>
            <a:ext cx="6070597" cy="1136647"/>
            <a:chOff x="0" y="0"/>
            <a:chExt cx="6070600" cy="1136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199" y="68199"/>
              <a:ext cx="5934075" cy="1000252"/>
            </a:xfrm>
            <a:custGeom>
              <a:avLst/>
              <a:gdLst/>
              <a:ahLst/>
              <a:cxnLst/>
              <a:rect r="r" b="b" t="t" l="l"/>
              <a:pathLst>
                <a:path h="1000252" w="5934075">
                  <a:moveTo>
                    <a:pt x="127" y="945007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5878830" y="0"/>
                  </a:lnTo>
                  <a:cubicBezTo>
                    <a:pt x="5882513" y="0"/>
                    <a:pt x="5886069" y="381"/>
                    <a:pt x="5889625" y="1016"/>
                  </a:cubicBezTo>
                  <a:cubicBezTo>
                    <a:pt x="5893181" y="1651"/>
                    <a:pt x="5896610" y="2794"/>
                    <a:pt x="5900039" y="4191"/>
                  </a:cubicBezTo>
                  <a:cubicBezTo>
                    <a:pt x="5903468" y="5588"/>
                    <a:pt x="5906516" y="7239"/>
                    <a:pt x="5909564" y="9271"/>
                  </a:cubicBezTo>
                  <a:cubicBezTo>
                    <a:pt x="5912612" y="11303"/>
                    <a:pt x="5915406" y="13589"/>
                    <a:pt x="5917946" y="16129"/>
                  </a:cubicBezTo>
                  <a:cubicBezTo>
                    <a:pt x="5920486" y="18669"/>
                    <a:pt x="5922772" y="21463"/>
                    <a:pt x="5924804" y="24511"/>
                  </a:cubicBezTo>
                  <a:cubicBezTo>
                    <a:pt x="5926836" y="27559"/>
                    <a:pt x="5928487" y="30734"/>
                    <a:pt x="5929884" y="34036"/>
                  </a:cubicBezTo>
                  <a:cubicBezTo>
                    <a:pt x="5931281" y="37338"/>
                    <a:pt x="5932297" y="40894"/>
                    <a:pt x="5933059" y="44450"/>
                  </a:cubicBezTo>
                  <a:cubicBezTo>
                    <a:pt x="5933821" y="48006"/>
                    <a:pt x="5934075" y="51562"/>
                    <a:pt x="5934075" y="55245"/>
                  </a:cubicBezTo>
                  <a:lnTo>
                    <a:pt x="5934075" y="945007"/>
                  </a:lnTo>
                  <a:cubicBezTo>
                    <a:pt x="5934075" y="948690"/>
                    <a:pt x="5933694" y="952246"/>
                    <a:pt x="5933059" y="955802"/>
                  </a:cubicBezTo>
                  <a:cubicBezTo>
                    <a:pt x="5932424" y="959358"/>
                    <a:pt x="5931281" y="962787"/>
                    <a:pt x="5929884" y="966216"/>
                  </a:cubicBezTo>
                  <a:cubicBezTo>
                    <a:pt x="5928487" y="969645"/>
                    <a:pt x="5926836" y="972693"/>
                    <a:pt x="5924804" y="975741"/>
                  </a:cubicBezTo>
                  <a:cubicBezTo>
                    <a:pt x="5922772" y="978789"/>
                    <a:pt x="5920486" y="981583"/>
                    <a:pt x="5917946" y="984123"/>
                  </a:cubicBezTo>
                  <a:cubicBezTo>
                    <a:pt x="5915406" y="986663"/>
                    <a:pt x="5912612" y="988949"/>
                    <a:pt x="5909564" y="990981"/>
                  </a:cubicBezTo>
                  <a:cubicBezTo>
                    <a:pt x="5906516" y="993013"/>
                    <a:pt x="5903341" y="994664"/>
                    <a:pt x="5900039" y="996061"/>
                  </a:cubicBezTo>
                  <a:cubicBezTo>
                    <a:pt x="5896737" y="997458"/>
                    <a:pt x="5893181" y="998474"/>
                    <a:pt x="5889625" y="999236"/>
                  </a:cubicBezTo>
                  <a:cubicBezTo>
                    <a:pt x="5886069" y="999998"/>
                    <a:pt x="5882513" y="1000252"/>
                    <a:pt x="5878830" y="1000252"/>
                  </a:cubicBezTo>
                  <a:lnTo>
                    <a:pt x="55245" y="1000252"/>
                  </a:lnTo>
                  <a:cubicBezTo>
                    <a:pt x="51562" y="1000252"/>
                    <a:pt x="48006" y="999871"/>
                    <a:pt x="44450" y="999236"/>
                  </a:cubicBezTo>
                  <a:cubicBezTo>
                    <a:pt x="40894" y="998601"/>
                    <a:pt x="37465" y="997458"/>
                    <a:pt x="34036" y="996061"/>
                  </a:cubicBezTo>
                  <a:cubicBezTo>
                    <a:pt x="30607" y="994664"/>
                    <a:pt x="27559" y="993013"/>
                    <a:pt x="24511" y="990981"/>
                  </a:cubicBezTo>
                  <a:cubicBezTo>
                    <a:pt x="21463" y="988949"/>
                    <a:pt x="18669" y="986663"/>
                    <a:pt x="16129" y="984123"/>
                  </a:cubicBezTo>
                  <a:cubicBezTo>
                    <a:pt x="13589" y="981583"/>
                    <a:pt x="11303" y="978789"/>
                    <a:pt x="9271" y="975741"/>
                  </a:cubicBezTo>
                  <a:cubicBezTo>
                    <a:pt x="7239" y="972693"/>
                    <a:pt x="5588" y="969518"/>
                    <a:pt x="4191" y="966216"/>
                  </a:cubicBezTo>
                  <a:cubicBezTo>
                    <a:pt x="2794" y="962914"/>
                    <a:pt x="1778" y="959358"/>
                    <a:pt x="1016" y="955802"/>
                  </a:cubicBezTo>
                  <a:cubicBezTo>
                    <a:pt x="254" y="952246"/>
                    <a:pt x="0" y="948690"/>
                    <a:pt x="0" y="94500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246" y="63500"/>
              <a:ext cx="5943981" cy="1009904"/>
            </a:xfrm>
            <a:custGeom>
              <a:avLst/>
              <a:gdLst/>
              <a:ahLst/>
              <a:cxnLst/>
              <a:rect r="r" b="b" t="t" l="l"/>
              <a:pathLst>
                <a:path h="1009904" w="5943981">
                  <a:moveTo>
                    <a:pt x="254" y="949706"/>
                  </a:moveTo>
                  <a:lnTo>
                    <a:pt x="254" y="59944"/>
                  </a:lnTo>
                  <a:lnTo>
                    <a:pt x="5080" y="59944"/>
                  </a:lnTo>
                  <a:lnTo>
                    <a:pt x="254" y="59944"/>
                  </a:lnTo>
                  <a:cubicBezTo>
                    <a:pt x="254" y="56007"/>
                    <a:pt x="635" y="52070"/>
                    <a:pt x="1397" y="48260"/>
                  </a:cubicBezTo>
                  <a:cubicBezTo>
                    <a:pt x="2159" y="44450"/>
                    <a:pt x="3302" y="40640"/>
                    <a:pt x="4826" y="36957"/>
                  </a:cubicBezTo>
                  <a:lnTo>
                    <a:pt x="9271" y="38735"/>
                  </a:lnTo>
                  <a:lnTo>
                    <a:pt x="4826" y="36957"/>
                  </a:lnTo>
                  <a:cubicBezTo>
                    <a:pt x="6350" y="33274"/>
                    <a:pt x="8128" y="29845"/>
                    <a:pt x="10414" y="26543"/>
                  </a:cubicBezTo>
                  <a:cubicBezTo>
                    <a:pt x="12573" y="23241"/>
                    <a:pt x="15113" y="20193"/>
                    <a:pt x="17907" y="17399"/>
                  </a:cubicBezTo>
                  <a:lnTo>
                    <a:pt x="21336" y="20828"/>
                  </a:lnTo>
                  <a:lnTo>
                    <a:pt x="17907" y="17399"/>
                  </a:lnTo>
                  <a:cubicBezTo>
                    <a:pt x="20701" y="14605"/>
                    <a:pt x="23749" y="12065"/>
                    <a:pt x="27051" y="9906"/>
                  </a:cubicBezTo>
                  <a:lnTo>
                    <a:pt x="29718" y="13843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39116" y="9017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5883783" y="0"/>
                  </a:lnTo>
                  <a:lnTo>
                    <a:pt x="5883783" y="4826"/>
                  </a:lnTo>
                  <a:lnTo>
                    <a:pt x="5883783" y="0"/>
                  </a:lnTo>
                  <a:cubicBezTo>
                    <a:pt x="5887720" y="0"/>
                    <a:pt x="5891657" y="381"/>
                    <a:pt x="5895467" y="1143"/>
                  </a:cubicBezTo>
                  <a:cubicBezTo>
                    <a:pt x="5899277" y="1905"/>
                    <a:pt x="5903087" y="3048"/>
                    <a:pt x="5906770" y="4572"/>
                  </a:cubicBezTo>
                  <a:lnTo>
                    <a:pt x="5904992" y="9017"/>
                  </a:lnTo>
                  <a:lnTo>
                    <a:pt x="5906770" y="4572"/>
                  </a:lnTo>
                  <a:cubicBezTo>
                    <a:pt x="5910453" y="6096"/>
                    <a:pt x="5913882" y="7874"/>
                    <a:pt x="5917184" y="10160"/>
                  </a:cubicBezTo>
                  <a:lnTo>
                    <a:pt x="5914517" y="14097"/>
                  </a:lnTo>
                  <a:lnTo>
                    <a:pt x="5917184" y="10160"/>
                  </a:lnTo>
                  <a:cubicBezTo>
                    <a:pt x="5920486" y="12319"/>
                    <a:pt x="5923534" y="14859"/>
                    <a:pt x="5926328" y="17653"/>
                  </a:cubicBezTo>
                  <a:lnTo>
                    <a:pt x="5922899" y="21082"/>
                  </a:lnTo>
                  <a:lnTo>
                    <a:pt x="5926328" y="17653"/>
                  </a:lnTo>
                  <a:cubicBezTo>
                    <a:pt x="5929122" y="20447"/>
                    <a:pt x="5931662" y="23495"/>
                    <a:pt x="5933821" y="26797"/>
                  </a:cubicBezTo>
                  <a:lnTo>
                    <a:pt x="5929884" y="29464"/>
                  </a:lnTo>
                  <a:lnTo>
                    <a:pt x="5933821" y="26797"/>
                  </a:lnTo>
                  <a:cubicBezTo>
                    <a:pt x="5935980" y="30099"/>
                    <a:pt x="5937885" y="33528"/>
                    <a:pt x="5939409" y="37211"/>
                  </a:cubicBezTo>
                  <a:cubicBezTo>
                    <a:pt x="5940933" y="40894"/>
                    <a:pt x="5942076" y="44577"/>
                    <a:pt x="5942838" y="48514"/>
                  </a:cubicBezTo>
                  <a:cubicBezTo>
                    <a:pt x="5943600" y="52324"/>
                    <a:pt x="5943981" y="56261"/>
                    <a:pt x="5943981" y="60198"/>
                  </a:cubicBezTo>
                  <a:lnTo>
                    <a:pt x="5943981" y="949706"/>
                  </a:lnTo>
                  <a:cubicBezTo>
                    <a:pt x="5943981" y="953643"/>
                    <a:pt x="5943600" y="957580"/>
                    <a:pt x="5942838" y="961390"/>
                  </a:cubicBezTo>
                  <a:lnTo>
                    <a:pt x="5938139" y="960501"/>
                  </a:lnTo>
                  <a:lnTo>
                    <a:pt x="5942838" y="961390"/>
                  </a:lnTo>
                  <a:cubicBezTo>
                    <a:pt x="5942076" y="965200"/>
                    <a:pt x="5940933" y="969010"/>
                    <a:pt x="5939409" y="972693"/>
                  </a:cubicBezTo>
                  <a:cubicBezTo>
                    <a:pt x="5937885" y="976376"/>
                    <a:pt x="5936107" y="979805"/>
                    <a:pt x="5933821" y="983107"/>
                  </a:cubicBezTo>
                  <a:lnTo>
                    <a:pt x="5929884" y="980440"/>
                  </a:lnTo>
                  <a:lnTo>
                    <a:pt x="5933821" y="983107"/>
                  </a:lnTo>
                  <a:cubicBezTo>
                    <a:pt x="5931662" y="986409"/>
                    <a:pt x="5929122" y="989457"/>
                    <a:pt x="5926328" y="992251"/>
                  </a:cubicBezTo>
                  <a:lnTo>
                    <a:pt x="5922899" y="988822"/>
                  </a:lnTo>
                  <a:lnTo>
                    <a:pt x="5926328" y="992251"/>
                  </a:lnTo>
                  <a:cubicBezTo>
                    <a:pt x="5923534" y="995045"/>
                    <a:pt x="5920486" y="997585"/>
                    <a:pt x="5917184" y="999744"/>
                  </a:cubicBezTo>
                  <a:lnTo>
                    <a:pt x="5914517" y="995807"/>
                  </a:lnTo>
                  <a:lnTo>
                    <a:pt x="5917184" y="999744"/>
                  </a:lnTo>
                  <a:cubicBezTo>
                    <a:pt x="5913882" y="1001903"/>
                    <a:pt x="5910453" y="1003808"/>
                    <a:pt x="5906770" y="1005332"/>
                  </a:cubicBezTo>
                  <a:lnTo>
                    <a:pt x="5904992" y="1000887"/>
                  </a:lnTo>
                  <a:lnTo>
                    <a:pt x="5906770" y="1005332"/>
                  </a:lnTo>
                  <a:cubicBezTo>
                    <a:pt x="5903087" y="1006856"/>
                    <a:pt x="5899404" y="1007999"/>
                    <a:pt x="5895467" y="1008761"/>
                  </a:cubicBezTo>
                  <a:lnTo>
                    <a:pt x="5894578" y="1004062"/>
                  </a:lnTo>
                  <a:lnTo>
                    <a:pt x="5895467" y="1008761"/>
                  </a:lnTo>
                  <a:cubicBezTo>
                    <a:pt x="5891657" y="1009523"/>
                    <a:pt x="5887720" y="1009904"/>
                    <a:pt x="5883783" y="1009904"/>
                  </a:cubicBezTo>
                  <a:lnTo>
                    <a:pt x="60198" y="1009904"/>
                  </a:lnTo>
                  <a:cubicBezTo>
                    <a:pt x="56261" y="1009904"/>
                    <a:pt x="52324" y="1009523"/>
                    <a:pt x="48514" y="1008761"/>
                  </a:cubicBezTo>
                  <a:lnTo>
                    <a:pt x="49403" y="1004062"/>
                  </a:lnTo>
                  <a:lnTo>
                    <a:pt x="48514" y="1008761"/>
                  </a:lnTo>
                  <a:cubicBezTo>
                    <a:pt x="44704" y="1007999"/>
                    <a:pt x="40894" y="1006856"/>
                    <a:pt x="37211" y="1005332"/>
                  </a:cubicBezTo>
                  <a:lnTo>
                    <a:pt x="38989" y="1000887"/>
                  </a:lnTo>
                  <a:lnTo>
                    <a:pt x="37211" y="1005332"/>
                  </a:lnTo>
                  <a:cubicBezTo>
                    <a:pt x="33528" y="1003808"/>
                    <a:pt x="30099" y="1002030"/>
                    <a:pt x="26797" y="999744"/>
                  </a:cubicBezTo>
                  <a:lnTo>
                    <a:pt x="29464" y="995807"/>
                  </a:lnTo>
                  <a:lnTo>
                    <a:pt x="26797" y="999744"/>
                  </a:lnTo>
                  <a:cubicBezTo>
                    <a:pt x="23495" y="997585"/>
                    <a:pt x="20447" y="995045"/>
                    <a:pt x="17653" y="992251"/>
                  </a:cubicBezTo>
                  <a:lnTo>
                    <a:pt x="21082" y="988822"/>
                  </a:lnTo>
                  <a:lnTo>
                    <a:pt x="17653" y="992251"/>
                  </a:lnTo>
                  <a:cubicBezTo>
                    <a:pt x="14859" y="989457"/>
                    <a:pt x="12319" y="986409"/>
                    <a:pt x="10160" y="983107"/>
                  </a:cubicBezTo>
                  <a:lnTo>
                    <a:pt x="14097" y="980440"/>
                  </a:lnTo>
                  <a:lnTo>
                    <a:pt x="10160" y="983107"/>
                  </a:lnTo>
                  <a:cubicBezTo>
                    <a:pt x="8001" y="979805"/>
                    <a:pt x="6096" y="976376"/>
                    <a:pt x="4572" y="972693"/>
                  </a:cubicBezTo>
                  <a:lnTo>
                    <a:pt x="9017" y="970915"/>
                  </a:lnTo>
                  <a:lnTo>
                    <a:pt x="4572" y="972693"/>
                  </a:lnTo>
                  <a:cubicBezTo>
                    <a:pt x="3048" y="969010"/>
                    <a:pt x="1905" y="965327"/>
                    <a:pt x="1143" y="961390"/>
                  </a:cubicBezTo>
                  <a:lnTo>
                    <a:pt x="5842" y="960501"/>
                  </a:lnTo>
                  <a:lnTo>
                    <a:pt x="1143" y="961390"/>
                  </a:lnTo>
                  <a:cubicBezTo>
                    <a:pt x="381" y="957580"/>
                    <a:pt x="0" y="953643"/>
                    <a:pt x="0" y="949706"/>
                  </a:cubicBezTo>
                  <a:lnTo>
                    <a:pt x="4826" y="949706"/>
                  </a:lnTo>
                  <a:lnTo>
                    <a:pt x="254" y="949706"/>
                  </a:lnTo>
                  <a:moveTo>
                    <a:pt x="9779" y="949706"/>
                  </a:moveTo>
                  <a:cubicBezTo>
                    <a:pt x="9779" y="953008"/>
                    <a:pt x="10160" y="956310"/>
                    <a:pt x="10795" y="959612"/>
                  </a:cubicBezTo>
                  <a:cubicBezTo>
                    <a:pt x="11430" y="962914"/>
                    <a:pt x="12446" y="965962"/>
                    <a:pt x="13716" y="969137"/>
                  </a:cubicBezTo>
                  <a:cubicBezTo>
                    <a:pt x="14986" y="972185"/>
                    <a:pt x="16510" y="975106"/>
                    <a:pt x="18415" y="977900"/>
                  </a:cubicBezTo>
                  <a:cubicBezTo>
                    <a:pt x="20320" y="980694"/>
                    <a:pt x="22352" y="983234"/>
                    <a:pt x="24638" y="985520"/>
                  </a:cubicBezTo>
                  <a:cubicBezTo>
                    <a:pt x="26924" y="987806"/>
                    <a:pt x="29591" y="989965"/>
                    <a:pt x="32258" y="991743"/>
                  </a:cubicBezTo>
                  <a:cubicBezTo>
                    <a:pt x="35052" y="993648"/>
                    <a:pt x="37973" y="995172"/>
                    <a:pt x="41021" y="996442"/>
                  </a:cubicBezTo>
                  <a:cubicBezTo>
                    <a:pt x="44069" y="997712"/>
                    <a:pt x="47244" y="998728"/>
                    <a:pt x="50546" y="999363"/>
                  </a:cubicBezTo>
                  <a:cubicBezTo>
                    <a:pt x="53848" y="999998"/>
                    <a:pt x="57023" y="1000379"/>
                    <a:pt x="60452" y="1000379"/>
                  </a:cubicBezTo>
                  <a:lnTo>
                    <a:pt x="60452" y="1005078"/>
                  </a:lnTo>
                  <a:lnTo>
                    <a:pt x="60452" y="1000252"/>
                  </a:lnTo>
                  <a:lnTo>
                    <a:pt x="5883783" y="1000252"/>
                  </a:lnTo>
                  <a:lnTo>
                    <a:pt x="5883783" y="1005078"/>
                  </a:lnTo>
                  <a:lnTo>
                    <a:pt x="5883783" y="1000379"/>
                  </a:lnTo>
                  <a:cubicBezTo>
                    <a:pt x="5887085" y="1000379"/>
                    <a:pt x="5890387" y="999998"/>
                    <a:pt x="5893689" y="999363"/>
                  </a:cubicBezTo>
                  <a:cubicBezTo>
                    <a:pt x="5896991" y="998728"/>
                    <a:pt x="5900039" y="997712"/>
                    <a:pt x="5903214" y="996442"/>
                  </a:cubicBezTo>
                  <a:cubicBezTo>
                    <a:pt x="5906262" y="995172"/>
                    <a:pt x="5909183" y="993648"/>
                    <a:pt x="5911977" y="991743"/>
                  </a:cubicBezTo>
                  <a:cubicBezTo>
                    <a:pt x="5914771" y="989838"/>
                    <a:pt x="5917311" y="987806"/>
                    <a:pt x="5919597" y="985520"/>
                  </a:cubicBezTo>
                  <a:cubicBezTo>
                    <a:pt x="5921883" y="983234"/>
                    <a:pt x="5924042" y="980567"/>
                    <a:pt x="5925820" y="977900"/>
                  </a:cubicBezTo>
                  <a:cubicBezTo>
                    <a:pt x="5927725" y="975106"/>
                    <a:pt x="5929249" y="972185"/>
                    <a:pt x="5930519" y="969137"/>
                  </a:cubicBezTo>
                  <a:lnTo>
                    <a:pt x="5934964" y="970915"/>
                  </a:lnTo>
                  <a:lnTo>
                    <a:pt x="5930519" y="969137"/>
                  </a:lnTo>
                  <a:cubicBezTo>
                    <a:pt x="5931789" y="966089"/>
                    <a:pt x="5932805" y="962914"/>
                    <a:pt x="5933440" y="959612"/>
                  </a:cubicBezTo>
                  <a:cubicBezTo>
                    <a:pt x="5934075" y="956310"/>
                    <a:pt x="5934456" y="953135"/>
                    <a:pt x="5934456" y="949706"/>
                  </a:cubicBezTo>
                  <a:lnTo>
                    <a:pt x="5939155" y="949706"/>
                  </a:lnTo>
                  <a:lnTo>
                    <a:pt x="5934329" y="949706"/>
                  </a:lnTo>
                  <a:lnTo>
                    <a:pt x="5934329" y="59944"/>
                  </a:lnTo>
                  <a:lnTo>
                    <a:pt x="5939155" y="59944"/>
                  </a:lnTo>
                  <a:lnTo>
                    <a:pt x="5934456" y="59944"/>
                  </a:lnTo>
                  <a:cubicBezTo>
                    <a:pt x="5934456" y="56642"/>
                    <a:pt x="5934075" y="53340"/>
                    <a:pt x="5933440" y="50038"/>
                  </a:cubicBezTo>
                  <a:lnTo>
                    <a:pt x="5938139" y="49149"/>
                  </a:lnTo>
                  <a:lnTo>
                    <a:pt x="5933440" y="50038"/>
                  </a:lnTo>
                  <a:cubicBezTo>
                    <a:pt x="5932805" y="46736"/>
                    <a:pt x="5931789" y="43688"/>
                    <a:pt x="5930519" y="40513"/>
                  </a:cubicBezTo>
                  <a:lnTo>
                    <a:pt x="5934964" y="38735"/>
                  </a:lnTo>
                  <a:lnTo>
                    <a:pt x="5930519" y="40513"/>
                  </a:lnTo>
                  <a:cubicBezTo>
                    <a:pt x="5929249" y="37465"/>
                    <a:pt x="5927725" y="34544"/>
                    <a:pt x="5925820" y="31750"/>
                  </a:cubicBezTo>
                  <a:cubicBezTo>
                    <a:pt x="5924042" y="28956"/>
                    <a:pt x="5921883" y="26416"/>
                    <a:pt x="5919597" y="24130"/>
                  </a:cubicBezTo>
                  <a:cubicBezTo>
                    <a:pt x="5917311" y="21844"/>
                    <a:pt x="5914644" y="19685"/>
                    <a:pt x="5911977" y="17907"/>
                  </a:cubicBezTo>
                  <a:cubicBezTo>
                    <a:pt x="5909183" y="16129"/>
                    <a:pt x="5906262" y="14478"/>
                    <a:pt x="5903214" y="13208"/>
                  </a:cubicBezTo>
                  <a:cubicBezTo>
                    <a:pt x="5900166" y="11938"/>
                    <a:pt x="5896991" y="10922"/>
                    <a:pt x="5893689" y="10287"/>
                  </a:cubicBezTo>
                  <a:lnTo>
                    <a:pt x="5894578" y="5588"/>
                  </a:lnTo>
                  <a:lnTo>
                    <a:pt x="5893689" y="10287"/>
                  </a:lnTo>
                  <a:cubicBezTo>
                    <a:pt x="5890387" y="9652"/>
                    <a:pt x="5887212" y="9271"/>
                    <a:pt x="5883783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lnTo>
                    <a:pt x="49403" y="5588"/>
                  </a:lnTo>
                  <a:lnTo>
                    <a:pt x="50292" y="10287"/>
                  </a:lnTo>
                  <a:cubicBezTo>
                    <a:pt x="46990" y="10922"/>
                    <a:pt x="43942" y="11938"/>
                    <a:pt x="40767" y="13208"/>
                  </a:cubicBez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lnTo>
                    <a:pt x="5842" y="49149"/>
                  </a:lnTo>
                  <a:lnTo>
                    <a:pt x="10541" y="50038"/>
                  </a:lnTo>
                  <a:cubicBezTo>
                    <a:pt x="9906" y="53340"/>
                    <a:pt x="9525" y="56515"/>
                    <a:pt x="9525" y="59944"/>
                  </a:cubicBezTo>
                  <a:lnTo>
                    <a:pt x="9525" y="94970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22822" y="4524727"/>
            <a:ext cx="6070597" cy="1136647"/>
            <a:chOff x="0" y="0"/>
            <a:chExt cx="6070600" cy="1136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8199" y="68199"/>
              <a:ext cx="5934075" cy="1000252"/>
            </a:xfrm>
            <a:custGeom>
              <a:avLst/>
              <a:gdLst/>
              <a:ahLst/>
              <a:cxnLst/>
              <a:rect r="r" b="b" t="t" l="l"/>
              <a:pathLst>
                <a:path h="1000252" w="5934075">
                  <a:moveTo>
                    <a:pt x="127" y="945007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5878830" y="0"/>
                  </a:lnTo>
                  <a:cubicBezTo>
                    <a:pt x="5882513" y="0"/>
                    <a:pt x="5886069" y="381"/>
                    <a:pt x="5889625" y="1016"/>
                  </a:cubicBezTo>
                  <a:cubicBezTo>
                    <a:pt x="5893181" y="1651"/>
                    <a:pt x="5896610" y="2794"/>
                    <a:pt x="5900039" y="4191"/>
                  </a:cubicBezTo>
                  <a:cubicBezTo>
                    <a:pt x="5903468" y="5588"/>
                    <a:pt x="5906516" y="7239"/>
                    <a:pt x="5909564" y="9271"/>
                  </a:cubicBezTo>
                  <a:cubicBezTo>
                    <a:pt x="5912612" y="11303"/>
                    <a:pt x="5915406" y="13589"/>
                    <a:pt x="5917946" y="16129"/>
                  </a:cubicBezTo>
                  <a:cubicBezTo>
                    <a:pt x="5920486" y="18669"/>
                    <a:pt x="5922772" y="21463"/>
                    <a:pt x="5924804" y="24511"/>
                  </a:cubicBezTo>
                  <a:cubicBezTo>
                    <a:pt x="5926836" y="27559"/>
                    <a:pt x="5928487" y="30734"/>
                    <a:pt x="5929884" y="34036"/>
                  </a:cubicBezTo>
                  <a:cubicBezTo>
                    <a:pt x="5931281" y="37338"/>
                    <a:pt x="5932297" y="40894"/>
                    <a:pt x="5933059" y="44450"/>
                  </a:cubicBezTo>
                  <a:cubicBezTo>
                    <a:pt x="5933821" y="48006"/>
                    <a:pt x="5934075" y="51562"/>
                    <a:pt x="5934075" y="55245"/>
                  </a:cubicBezTo>
                  <a:lnTo>
                    <a:pt x="5934075" y="945007"/>
                  </a:lnTo>
                  <a:cubicBezTo>
                    <a:pt x="5934075" y="948690"/>
                    <a:pt x="5933694" y="952246"/>
                    <a:pt x="5933059" y="955802"/>
                  </a:cubicBezTo>
                  <a:cubicBezTo>
                    <a:pt x="5932424" y="959358"/>
                    <a:pt x="5931281" y="962787"/>
                    <a:pt x="5929884" y="966216"/>
                  </a:cubicBezTo>
                  <a:cubicBezTo>
                    <a:pt x="5928487" y="969645"/>
                    <a:pt x="5926836" y="972693"/>
                    <a:pt x="5924804" y="975741"/>
                  </a:cubicBezTo>
                  <a:cubicBezTo>
                    <a:pt x="5922772" y="978789"/>
                    <a:pt x="5920486" y="981583"/>
                    <a:pt x="5917946" y="984123"/>
                  </a:cubicBezTo>
                  <a:cubicBezTo>
                    <a:pt x="5915406" y="986663"/>
                    <a:pt x="5912612" y="988949"/>
                    <a:pt x="5909564" y="990981"/>
                  </a:cubicBezTo>
                  <a:cubicBezTo>
                    <a:pt x="5906516" y="993013"/>
                    <a:pt x="5903341" y="994664"/>
                    <a:pt x="5900039" y="996061"/>
                  </a:cubicBezTo>
                  <a:cubicBezTo>
                    <a:pt x="5896737" y="997458"/>
                    <a:pt x="5893181" y="998474"/>
                    <a:pt x="5889625" y="999236"/>
                  </a:cubicBezTo>
                  <a:cubicBezTo>
                    <a:pt x="5886069" y="999998"/>
                    <a:pt x="5882513" y="1000252"/>
                    <a:pt x="5878830" y="1000252"/>
                  </a:cubicBezTo>
                  <a:lnTo>
                    <a:pt x="55245" y="1000252"/>
                  </a:lnTo>
                  <a:cubicBezTo>
                    <a:pt x="51562" y="1000252"/>
                    <a:pt x="48006" y="999871"/>
                    <a:pt x="44450" y="999236"/>
                  </a:cubicBezTo>
                  <a:cubicBezTo>
                    <a:pt x="40894" y="998601"/>
                    <a:pt x="37465" y="997458"/>
                    <a:pt x="34036" y="996061"/>
                  </a:cubicBezTo>
                  <a:cubicBezTo>
                    <a:pt x="30607" y="994664"/>
                    <a:pt x="27559" y="993013"/>
                    <a:pt x="24511" y="990981"/>
                  </a:cubicBezTo>
                  <a:cubicBezTo>
                    <a:pt x="21463" y="988949"/>
                    <a:pt x="18669" y="986663"/>
                    <a:pt x="16129" y="984123"/>
                  </a:cubicBezTo>
                  <a:cubicBezTo>
                    <a:pt x="13589" y="981583"/>
                    <a:pt x="11303" y="978789"/>
                    <a:pt x="9271" y="975741"/>
                  </a:cubicBezTo>
                  <a:cubicBezTo>
                    <a:pt x="7239" y="972693"/>
                    <a:pt x="5588" y="969518"/>
                    <a:pt x="4191" y="966216"/>
                  </a:cubicBezTo>
                  <a:cubicBezTo>
                    <a:pt x="2794" y="962914"/>
                    <a:pt x="1778" y="959358"/>
                    <a:pt x="1016" y="955802"/>
                  </a:cubicBezTo>
                  <a:cubicBezTo>
                    <a:pt x="254" y="952246"/>
                    <a:pt x="0" y="948690"/>
                    <a:pt x="0" y="945007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246" y="63500"/>
              <a:ext cx="5943981" cy="1009904"/>
            </a:xfrm>
            <a:custGeom>
              <a:avLst/>
              <a:gdLst/>
              <a:ahLst/>
              <a:cxnLst/>
              <a:rect r="r" b="b" t="t" l="l"/>
              <a:pathLst>
                <a:path h="1009904" w="5943981">
                  <a:moveTo>
                    <a:pt x="254" y="949706"/>
                  </a:moveTo>
                  <a:lnTo>
                    <a:pt x="254" y="59944"/>
                  </a:lnTo>
                  <a:lnTo>
                    <a:pt x="5080" y="59944"/>
                  </a:lnTo>
                  <a:lnTo>
                    <a:pt x="254" y="59944"/>
                  </a:lnTo>
                  <a:cubicBezTo>
                    <a:pt x="254" y="56007"/>
                    <a:pt x="635" y="52070"/>
                    <a:pt x="1397" y="48260"/>
                  </a:cubicBezTo>
                  <a:cubicBezTo>
                    <a:pt x="2159" y="44450"/>
                    <a:pt x="3302" y="40640"/>
                    <a:pt x="4826" y="36957"/>
                  </a:cubicBezTo>
                  <a:lnTo>
                    <a:pt x="9271" y="38735"/>
                  </a:lnTo>
                  <a:lnTo>
                    <a:pt x="4826" y="36957"/>
                  </a:lnTo>
                  <a:cubicBezTo>
                    <a:pt x="6350" y="33274"/>
                    <a:pt x="8128" y="29845"/>
                    <a:pt x="10414" y="26543"/>
                  </a:cubicBezTo>
                  <a:cubicBezTo>
                    <a:pt x="12573" y="23241"/>
                    <a:pt x="15113" y="20193"/>
                    <a:pt x="17907" y="17399"/>
                  </a:cubicBezTo>
                  <a:lnTo>
                    <a:pt x="21336" y="20828"/>
                  </a:lnTo>
                  <a:lnTo>
                    <a:pt x="17907" y="17399"/>
                  </a:lnTo>
                  <a:cubicBezTo>
                    <a:pt x="20701" y="14605"/>
                    <a:pt x="23749" y="12065"/>
                    <a:pt x="27051" y="9906"/>
                  </a:cubicBezTo>
                  <a:lnTo>
                    <a:pt x="29718" y="13843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39116" y="9017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49530" y="5842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5883783" y="0"/>
                  </a:lnTo>
                  <a:lnTo>
                    <a:pt x="5883783" y="4826"/>
                  </a:lnTo>
                  <a:lnTo>
                    <a:pt x="5883783" y="0"/>
                  </a:lnTo>
                  <a:cubicBezTo>
                    <a:pt x="5887720" y="0"/>
                    <a:pt x="5891657" y="381"/>
                    <a:pt x="5895467" y="1143"/>
                  </a:cubicBezTo>
                  <a:lnTo>
                    <a:pt x="5894578" y="5842"/>
                  </a:lnTo>
                  <a:lnTo>
                    <a:pt x="5895467" y="1143"/>
                  </a:lnTo>
                  <a:cubicBezTo>
                    <a:pt x="5899277" y="1905"/>
                    <a:pt x="5903087" y="3048"/>
                    <a:pt x="5906770" y="4572"/>
                  </a:cubicBezTo>
                  <a:lnTo>
                    <a:pt x="5904992" y="9017"/>
                  </a:lnTo>
                  <a:lnTo>
                    <a:pt x="5906770" y="4572"/>
                  </a:lnTo>
                  <a:cubicBezTo>
                    <a:pt x="5910453" y="6096"/>
                    <a:pt x="5913882" y="7874"/>
                    <a:pt x="5917184" y="10160"/>
                  </a:cubicBezTo>
                  <a:lnTo>
                    <a:pt x="5914517" y="14097"/>
                  </a:lnTo>
                  <a:lnTo>
                    <a:pt x="5917184" y="10160"/>
                  </a:lnTo>
                  <a:cubicBezTo>
                    <a:pt x="5920486" y="12319"/>
                    <a:pt x="5923534" y="14859"/>
                    <a:pt x="5926328" y="17653"/>
                  </a:cubicBezTo>
                  <a:lnTo>
                    <a:pt x="5922899" y="21082"/>
                  </a:lnTo>
                  <a:lnTo>
                    <a:pt x="5926328" y="17653"/>
                  </a:lnTo>
                  <a:cubicBezTo>
                    <a:pt x="5929122" y="20447"/>
                    <a:pt x="5931662" y="23495"/>
                    <a:pt x="5933821" y="26797"/>
                  </a:cubicBezTo>
                  <a:lnTo>
                    <a:pt x="5929884" y="29464"/>
                  </a:lnTo>
                  <a:lnTo>
                    <a:pt x="5933821" y="26797"/>
                  </a:lnTo>
                  <a:cubicBezTo>
                    <a:pt x="5935980" y="30099"/>
                    <a:pt x="5937885" y="33528"/>
                    <a:pt x="5939409" y="37211"/>
                  </a:cubicBezTo>
                  <a:cubicBezTo>
                    <a:pt x="5940933" y="40894"/>
                    <a:pt x="5942076" y="44577"/>
                    <a:pt x="5942838" y="48514"/>
                  </a:cubicBezTo>
                  <a:cubicBezTo>
                    <a:pt x="5943600" y="52324"/>
                    <a:pt x="5943981" y="56261"/>
                    <a:pt x="5943981" y="60198"/>
                  </a:cubicBezTo>
                  <a:lnTo>
                    <a:pt x="5943981" y="949706"/>
                  </a:lnTo>
                  <a:cubicBezTo>
                    <a:pt x="5943981" y="953643"/>
                    <a:pt x="5943600" y="957580"/>
                    <a:pt x="5942838" y="961390"/>
                  </a:cubicBezTo>
                  <a:cubicBezTo>
                    <a:pt x="5942076" y="965200"/>
                    <a:pt x="5940933" y="969010"/>
                    <a:pt x="5939409" y="972693"/>
                  </a:cubicBezTo>
                  <a:cubicBezTo>
                    <a:pt x="5937885" y="976376"/>
                    <a:pt x="5936107" y="979805"/>
                    <a:pt x="5933821" y="983107"/>
                  </a:cubicBezTo>
                  <a:lnTo>
                    <a:pt x="5929884" y="980440"/>
                  </a:lnTo>
                  <a:lnTo>
                    <a:pt x="5933821" y="983107"/>
                  </a:lnTo>
                  <a:cubicBezTo>
                    <a:pt x="5931662" y="986409"/>
                    <a:pt x="5929122" y="989457"/>
                    <a:pt x="5926328" y="992251"/>
                  </a:cubicBezTo>
                  <a:cubicBezTo>
                    <a:pt x="5923534" y="995045"/>
                    <a:pt x="5920486" y="997585"/>
                    <a:pt x="5917184" y="999744"/>
                  </a:cubicBezTo>
                  <a:lnTo>
                    <a:pt x="5914517" y="995807"/>
                  </a:lnTo>
                  <a:lnTo>
                    <a:pt x="5917184" y="999744"/>
                  </a:lnTo>
                  <a:cubicBezTo>
                    <a:pt x="5913882" y="1001903"/>
                    <a:pt x="5910453" y="1003808"/>
                    <a:pt x="5906770" y="1005332"/>
                  </a:cubicBezTo>
                  <a:lnTo>
                    <a:pt x="5904992" y="1000887"/>
                  </a:lnTo>
                  <a:lnTo>
                    <a:pt x="5906770" y="1005332"/>
                  </a:lnTo>
                  <a:cubicBezTo>
                    <a:pt x="5903087" y="1006856"/>
                    <a:pt x="5899404" y="1007999"/>
                    <a:pt x="5895467" y="1008761"/>
                  </a:cubicBezTo>
                  <a:lnTo>
                    <a:pt x="5894578" y="1004062"/>
                  </a:lnTo>
                  <a:lnTo>
                    <a:pt x="5895467" y="1008761"/>
                  </a:lnTo>
                  <a:cubicBezTo>
                    <a:pt x="5891657" y="1009523"/>
                    <a:pt x="5887720" y="1009904"/>
                    <a:pt x="5883783" y="1009904"/>
                  </a:cubicBezTo>
                  <a:lnTo>
                    <a:pt x="60198" y="1009904"/>
                  </a:lnTo>
                  <a:cubicBezTo>
                    <a:pt x="56261" y="1009904"/>
                    <a:pt x="52324" y="1009523"/>
                    <a:pt x="48514" y="1008761"/>
                  </a:cubicBezTo>
                  <a:cubicBezTo>
                    <a:pt x="44704" y="1007999"/>
                    <a:pt x="40894" y="1006856"/>
                    <a:pt x="37211" y="1005332"/>
                  </a:cubicBezTo>
                  <a:lnTo>
                    <a:pt x="38989" y="1000887"/>
                  </a:lnTo>
                  <a:lnTo>
                    <a:pt x="37211" y="1005332"/>
                  </a:lnTo>
                  <a:cubicBezTo>
                    <a:pt x="33528" y="1003808"/>
                    <a:pt x="30099" y="1002030"/>
                    <a:pt x="26797" y="999744"/>
                  </a:cubicBezTo>
                  <a:lnTo>
                    <a:pt x="29464" y="995807"/>
                  </a:lnTo>
                  <a:lnTo>
                    <a:pt x="26797" y="999744"/>
                  </a:lnTo>
                  <a:cubicBezTo>
                    <a:pt x="23495" y="997585"/>
                    <a:pt x="20447" y="995045"/>
                    <a:pt x="17653" y="992251"/>
                  </a:cubicBezTo>
                  <a:lnTo>
                    <a:pt x="21082" y="988822"/>
                  </a:lnTo>
                  <a:lnTo>
                    <a:pt x="17653" y="992251"/>
                  </a:lnTo>
                  <a:cubicBezTo>
                    <a:pt x="14859" y="989457"/>
                    <a:pt x="12319" y="986409"/>
                    <a:pt x="10160" y="983107"/>
                  </a:cubicBezTo>
                  <a:lnTo>
                    <a:pt x="14097" y="980440"/>
                  </a:lnTo>
                  <a:lnTo>
                    <a:pt x="10160" y="983107"/>
                  </a:lnTo>
                  <a:cubicBezTo>
                    <a:pt x="8001" y="979805"/>
                    <a:pt x="6096" y="976376"/>
                    <a:pt x="4572" y="972693"/>
                  </a:cubicBezTo>
                  <a:lnTo>
                    <a:pt x="9017" y="970915"/>
                  </a:lnTo>
                  <a:lnTo>
                    <a:pt x="4572" y="972693"/>
                  </a:lnTo>
                  <a:cubicBezTo>
                    <a:pt x="3048" y="969010"/>
                    <a:pt x="1905" y="965327"/>
                    <a:pt x="1143" y="961390"/>
                  </a:cubicBezTo>
                  <a:lnTo>
                    <a:pt x="5842" y="960501"/>
                  </a:lnTo>
                  <a:lnTo>
                    <a:pt x="1143" y="961390"/>
                  </a:lnTo>
                  <a:cubicBezTo>
                    <a:pt x="381" y="957580"/>
                    <a:pt x="0" y="953643"/>
                    <a:pt x="0" y="949706"/>
                  </a:cubicBezTo>
                  <a:lnTo>
                    <a:pt x="4826" y="949706"/>
                  </a:lnTo>
                  <a:lnTo>
                    <a:pt x="254" y="949706"/>
                  </a:lnTo>
                  <a:moveTo>
                    <a:pt x="9779" y="949706"/>
                  </a:moveTo>
                  <a:cubicBezTo>
                    <a:pt x="9779" y="953008"/>
                    <a:pt x="10160" y="956310"/>
                    <a:pt x="10795" y="959612"/>
                  </a:cubicBezTo>
                  <a:cubicBezTo>
                    <a:pt x="11430" y="962914"/>
                    <a:pt x="12446" y="965962"/>
                    <a:pt x="13716" y="969137"/>
                  </a:cubicBezTo>
                  <a:cubicBezTo>
                    <a:pt x="14986" y="972185"/>
                    <a:pt x="16510" y="975106"/>
                    <a:pt x="18415" y="977900"/>
                  </a:cubicBezTo>
                  <a:cubicBezTo>
                    <a:pt x="20320" y="980694"/>
                    <a:pt x="22352" y="983234"/>
                    <a:pt x="24638" y="985520"/>
                  </a:cubicBezTo>
                  <a:cubicBezTo>
                    <a:pt x="26924" y="987806"/>
                    <a:pt x="29591" y="989965"/>
                    <a:pt x="32258" y="991743"/>
                  </a:cubicBezTo>
                  <a:cubicBezTo>
                    <a:pt x="35052" y="993648"/>
                    <a:pt x="37973" y="995172"/>
                    <a:pt x="41021" y="996442"/>
                  </a:cubicBezTo>
                  <a:cubicBezTo>
                    <a:pt x="44069" y="997712"/>
                    <a:pt x="47244" y="998728"/>
                    <a:pt x="50546" y="999363"/>
                  </a:cubicBezTo>
                  <a:lnTo>
                    <a:pt x="49657" y="1004062"/>
                  </a:lnTo>
                  <a:lnTo>
                    <a:pt x="50546" y="999363"/>
                  </a:lnTo>
                  <a:cubicBezTo>
                    <a:pt x="53848" y="999998"/>
                    <a:pt x="57023" y="1000379"/>
                    <a:pt x="60452" y="1000379"/>
                  </a:cubicBezTo>
                  <a:lnTo>
                    <a:pt x="60452" y="1005078"/>
                  </a:lnTo>
                  <a:lnTo>
                    <a:pt x="60452" y="1000252"/>
                  </a:lnTo>
                  <a:lnTo>
                    <a:pt x="5883783" y="1000252"/>
                  </a:lnTo>
                  <a:lnTo>
                    <a:pt x="5883783" y="1005078"/>
                  </a:lnTo>
                  <a:lnTo>
                    <a:pt x="5883783" y="1000379"/>
                  </a:lnTo>
                  <a:cubicBezTo>
                    <a:pt x="5887085" y="1000379"/>
                    <a:pt x="5890387" y="999998"/>
                    <a:pt x="5893689" y="999363"/>
                  </a:cubicBezTo>
                  <a:cubicBezTo>
                    <a:pt x="5896991" y="998728"/>
                    <a:pt x="5900039" y="997712"/>
                    <a:pt x="5903214" y="996442"/>
                  </a:cubicBezTo>
                  <a:cubicBezTo>
                    <a:pt x="5906262" y="995172"/>
                    <a:pt x="5909183" y="993648"/>
                    <a:pt x="5911977" y="991743"/>
                  </a:cubicBezTo>
                  <a:cubicBezTo>
                    <a:pt x="5914771" y="989838"/>
                    <a:pt x="5917311" y="987806"/>
                    <a:pt x="5919597" y="985520"/>
                  </a:cubicBezTo>
                  <a:lnTo>
                    <a:pt x="5923026" y="988949"/>
                  </a:lnTo>
                  <a:lnTo>
                    <a:pt x="5919597" y="985520"/>
                  </a:lnTo>
                  <a:cubicBezTo>
                    <a:pt x="5921883" y="983234"/>
                    <a:pt x="5924042" y="980567"/>
                    <a:pt x="5925820" y="977900"/>
                  </a:cubicBezTo>
                  <a:cubicBezTo>
                    <a:pt x="5927725" y="975106"/>
                    <a:pt x="5929249" y="972185"/>
                    <a:pt x="5930519" y="969137"/>
                  </a:cubicBezTo>
                  <a:lnTo>
                    <a:pt x="5934964" y="970915"/>
                  </a:lnTo>
                  <a:lnTo>
                    <a:pt x="5930519" y="969137"/>
                  </a:lnTo>
                  <a:cubicBezTo>
                    <a:pt x="5931789" y="966089"/>
                    <a:pt x="5932805" y="962914"/>
                    <a:pt x="5933440" y="959612"/>
                  </a:cubicBezTo>
                  <a:lnTo>
                    <a:pt x="5938139" y="960501"/>
                  </a:lnTo>
                  <a:lnTo>
                    <a:pt x="5933440" y="959612"/>
                  </a:lnTo>
                  <a:cubicBezTo>
                    <a:pt x="5934075" y="956310"/>
                    <a:pt x="5934456" y="953135"/>
                    <a:pt x="5934456" y="949706"/>
                  </a:cubicBezTo>
                  <a:lnTo>
                    <a:pt x="5939155" y="949706"/>
                  </a:lnTo>
                  <a:lnTo>
                    <a:pt x="5934329" y="949706"/>
                  </a:lnTo>
                  <a:lnTo>
                    <a:pt x="5934329" y="59944"/>
                  </a:lnTo>
                  <a:lnTo>
                    <a:pt x="5939155" y="59944"/>
                  </a:lnTo>
                  <a:lnTo>
                    <a:pt x="5934456" y="59944"/>
                  </a:lnTo>
                  <a:cubicBezTo>
                    <a:pt x="5934456" y="56642"/>
                    <a:pt x="5934075" y="53340"/>
                    <a:pt x="5933440" y="50038"/>
                  </a:cubicBezTo>
                  <a:lnTo>
                    <a:pt x="5938139" y="49149"/>
                  </a:lnTo>
                  <a:lnTo>
                    <a:pt x="5933440" y="50038"/>
                  </a:lnTo>
                  <a:cubicBezTo>
                    <a:pt x="5932805" y="46736"/>
                    <a:pt x="5931789" y="43688"/>
                    <a:pt x="5930519" y="40513"/>
                  </a:cubicBezTo>
                  <a:lnTo>
                    <a:pt x="5934964" y="38735"/>
                  </a:lnTo>
                  <a:lnTo>
                    <a:pt x="5930519" y="40513"/>
                  </a:lnTo>
                  <a:cubicBezTo>
                    <a:pt x="5929249" y="37465"/>
                    <a:pt x="5927725" y="34544"/>
                    <a:pt x="5925820" y="31750"/>
                  </a:cubicBezTo>
                  <a:cubicBezTo>
                    <a:pt x="5924042" y="28956"/>
                    <a:pt x="5921883" y="26416"/>
                    <a:pt x="5919597" y="24130"/>
                  </a:cubicBezTo>
                  <a:cubicBezTo>
                    <a:pt x="5917311" y="21844"/>
                    <a:pt x="5914644" y="19685"/>
                    <a:pt x="5911977" y="17907"/>
                  </a:cubicBezTo>
                  <a:cubicBezTo>
                    <a:pt x="5909183" y="16129"/>
                    <a:pt x="5906262" y="14478"/>
                    <a:pt x="5903214" y="13208"/>
                  </a:cubicBezTo>
                  <a:cubicBezTo>
                    <a:pt x="5900166" y="11938"/>
                    <a:pt x="5896991" y="10922"/>
                    <a:pt x="5893689" y="10287"/>
                  </a:cubicBezTo>
                  <a:cubicBezTo>
                    <a:pt x="5890387" y="9652"/>
                    <a:pt x="5887212" y="9271"/>
                    <a:pt x="5883783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cubicBezTo>
                    <a:pt x="46990" y="10922"/>
                    <a:pt x="43942" y="11938"/>
                    <a:pt x="40767" y="13208"/>
                  </a:cubicBez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812"/>
                    <a:pt x="26670" y="21844"/>
                    <a:pt x="24384" y="24130"/>
                  </a:cubicBez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lnTo>
                    <a:pt x="5842" y="49149"/>
                  </a:lnTo>
                  <a:lnTo>
                    <a:pt x="10541" y="50038"/>
                  </a:lnTo>
                  <a:cubicBezTo>
                    <a:pt x="9906" y="53340"/>
                    <a:pt x="9525" y="56515"/>
                    <a:pt x="9525" y="59944"/>
                  </a:cubicBezTo>
                  <a:lnTo>
                    <a:pt x="9525" y="94970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822822" y="5705827"/>
            <a:ext cx="6070597" cy="1127122"/>
            <a:chOff x="0" y="0"/>
            <a:chExt cx="6070600" cy="1127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8199" y="68199"/>
              <a:ext cx="5934075" cy="990600"/>
            </a:xfrm>
            <a:custGeom>
              <a:avLst/>
              <a:gdLst/>
              <a:ahLst/>
              <a:cxnLst/>
              <a:rect r="r" b="b" t="t" l="l"/>
              <a:pathLst>
                <a:path h="990600" w="5934075">
                  <a:moveTo>
                    <a:pt x="127" y="935482"/>
                  </a:moveTo>
                  <a:lnTo>
                    <a:pt x="127" y="55245"/>
                  </a:lnTo>
                  <a:cubicBezTo>
                    <a:pt x="127" y="51562"/>
                    <a:pt x="508" y="48006"/>
                    <a:pt x="1143" y="44450"/>
                  </a:cubicBezTo>
                  <a:cubicBezTo>
                    <a:pt x="1778" y="40894"/>
                    <a:pt x="2921" y="37465"/>
                    <a:pt x="4318" y="34036"/>
                  </a:cubicBezTo>
                  <a:cubicBezTo>
                    <a:pt x="5715" y="30607"/>
                    <a:pt x="7366" y="27559"/>
                    <a:pt x="9398" y="24511"/>
                  </a:cubicBezTo>
                  <a:cubicBezTo>
                    <a:pt x="11430" y="21463"/>
                    <a:pt x="13716" y="18669"/>
                    <a:pt x="16256" y="16129"/>
                  </a:cubicBezTo>
                  <a:cubicBezTo>
                    <a:pt x="18796" y="13589"/>
                    <a:pt x="21590" y="11303"/>
                    <a:pt x="24638" y="9271"/>
                  </a:cubicBezTo>
                  <a:cubicBezTo>
                    <a:pt x="27686" y="7239"/>
                    <a:pt x="30861" y="5588"/>
                    <a:pt x="34163" y="4191"/>
                  </a:cubicBezTo>
                  <a:cubicBezTo>
                    <a:pt x="37465" y="2794"/>
                    <a:pt x="41021" y="1778"/>
                    <a:pt x="44577" y="1016"/>
                  </a:cubicBezTo>
                  <a:cubicBezTo>
                    <a:pt x="48133" y="254"/>
                    <a:pt x="51689" y="0"/>
                    <a:pt x="55372" y="0"/>
                  </a:cubicBezTo>
                  <a:lnTo>
                    <a:pt x="5878830" y="0"/>
                  </a:lnTo>
                  <a:cubicBezTo>
                    <a:pt x="5882513" y="0"/>
                    <a:pt x="5886069" y="381"/>
                    <a:pt x="5889625" y="1016"/>
                  </a:cubicBezTo>
                  <a:cubicBezTo>
                    <a:pt x="5893181" y="1651"/>
                    <a:pt x="5896610" y="2794"/>
                    <a:pt x="5900039" y="4191"/>
                  </a:cubicBezTo>
                  <a:cubicBezTo>
                    <a:pt x="5903468" y="5588"/>
                    <a:pt x="5906516" y="7239"/>
                    <a:pt x="5909564" y="9271"/>
                  </a:cubicBezTo>
                  <a:cubicBezTo>
                    <a:pt x="5912612" y="11303"/>
                    <a:pt x="5915406" y="13589"/>
                    <a:pt x="5917946" y="16129"/>
                  </a:cubicBezTo>
                  <a:cubicBezTo>
                    <a:pt x="5920486" y="18669"/>
                    <a:pt x="5922772" y="21463"/>
                    <a:pt x="5924804" y="24511"/>
                  </a:cubicBezTo>
                  <a:cubicBezTo>
                    <a:pt x="5926836" y="27559"/>
                    <a:pt x="5928487" y="30734"/>
                    <a:pt x="5929884" y="34036"/>
                  </a:cubicBezTo>
                  <a:cubicBezTo>
                    <a:pt x="5931281" y="37338"/>
                    <a:pt x="5932297" y="40894"/>
                    <a:pt x="5933059" y="44450"/>
                  </a:cubicBezTo>
                  <a:cubicBezTo>
                    <a:pt x="5933821" y="48006"/>
                    <a:pt x="5934075" y="51562"/>
                    <a:pt x="5934075" y="55245"/>
                  </a:cubicBezTo>
                  <a:lnTo>
                    <a:pt x="5934075" y="935355"/>
                  </a:lnTo>
                  <a:cubicBezTo>
                    <a:pt x="5934075" y="939038"/>
                    <a:pt x="5933694" y="942594"/>
                    <a:pt x="5933059" y="946150"/>
                  </a:cubicBezTo>
                  <a:cubicBezTo>
                    <a:pt x="5932424" y="949706"/>
                    <a:pt x="5931281" y="953135"/>
                    <a:pt x="5929884" y="956564"/>
                  </a:cubicBezTo>
                  <a:cubicBezTo>
                    <a:pt x="5928487" y="959993"/>
                    <a:pt x="5926836" y="963041"/>
                    <a:pt x="5924804" y="966089"/>
                  </a:cubicBezTo>
                  <a:cubicBezTo>
                    <a:pt x="5922772" y="969137"/>
                    <a:pt x="5920486" y="971931"/>
                    <a:pt x="5917946" y="974471"/>
                  </a:cubicBezTo>
                  <a:cubicBezTo>
                    <a:pt x="5915406" y="977011"/>
                    <a:pt x="5912612" y="979297"/>
                    <a:pt x="5909564" y="981329"/>
                  </a:cubicBezTo>
                  <a:cubicBezTo>
                    <a:pt x="5906516" y="983361"/>
                    <a:pt x="5903341" y="985012"/>
                    <a:pt x="5900039" y="986409"/>
                  </a:cubicBezTo>
                  <a:cubicBezTo>
                    <a:pt x="5896737" y="987806"/>
                    <a:pt x="5893181" y="988822"/>
                    <a:pt x="5889625" y="989584"/>
                  </a:cubicBezTo>
                  <a:cubicBezTo>
                    <a:pt x="5886069" y="990346"/>
                    <a:pt x="5882513" y="990600"/>
                    <a:pt x="5878830" y="990600"/>
                  </a:cubicBezTo>
                  <a:lnTo>
                    <a:pt x="55245" y="990600"/>
                  </a:lnTo>
                  <a:cubicBezTo>
                    <a:pt x="51562" y="990600"/>
                    <a:pt x="48006" y="990219"/>
                    <a:pt x="44450" y="989584"/>
                  </a:cubicBezTo>
                  <a:cubicBezTo>
                    <a:pt x="40894" y="988949"/>
                    <a:pt x="37465" y="987806"/>
                    <a:pt x="34036" y="986409"/>
                  </a:cubicBezTo>
                  <a:cubicBezTo>
                    <a:pt x="30607" y="985012"/>
                    <a:pt x="27559" y="983361"/>
                    <a:pt x="24511" y="981329"/>
                  </a:cubicBezTo>
                  <a:cubicBezTo>
                    <a:pt x="21463" y="979297"/>
                    <a:pt x="18669" y="977011"/>
                    <a:pt x="16129" y="974471"/>
                  </a:cubicBezTo>
                  <a:cubicBezTo>
                    <a:pt x="13589" y="971931"/>
                    <a:pt x="11303" y="969137"/>
                    <a:pt x="9271" y="966089"/>
                  </a:cubicBezTo>
                  <a:cubicBezTo>
                    <a:pt x="7239" y="963041"/>
                    <a:pt x="5588" y="959866"/>
                    <a:pt x="4191" y="956564"/>
                  </a:cubicBezTo>
                  <a:cubicBezTo>
                    <a:pt x="2794" y="953262"/>
                    <a:pt x="1778" y="949706"/>
                    <a:pt x="1016" y="946150"/>
                  </a:cubicBezTo>
                  <a:cubicBezTo>
                    <a:pt x="254" y="942594"/>
                    <a:pt x="0" y="939038"/>
                    <a:pt x="0" y="935355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246" y="63500"/>
              <a:ext cx="5943981" cy="1000506"/>
            </a:xfrm>
            <a:custGeom>
              <a:avLst/>
              <a:gdLst/>
              <a:ahLst/>
              <a:cxnLst/>
              <a:rect r="r" b="b" t="t" l="l"/>
              <a:pathLst>
                <a:path h="1000506" w="5943981">
                  <a:moveTo>
                    <a:pt x="254" y="940181"/>
                  </a:moveTo>
                  <a:lnTo>
                    <a:pt x="254" y="59944"/>
                  </a:lnTo>
                  <a:lnTo>
                    <a:pt x="5080" y="59944"/>
                  </a:lnTo>
                  <a:lnTo>
                    <a:pt x="254" y="59944"/>
                  </a:lnTo>
                  <a:cubicBezTo>
                    <a:pt x="254" y="56007"/>
                    <a:pt x="635" y="52070"/>
                    <a:pt x="1397" y="48260"/>
                  </a:cubicBezTo>
                  <a:lnTo>
                    <a:pt x="6096" y="49149"/>
                  </a:lnTo>
                  <a:lnTo>
                    <a:pt x="1397" y="48260"/>
                  </a:lnTo>
                  <a:cubicBezTo>
                    <a:pt x="2159" y="44450"/>
                    <a:pt x="3302" y="40640"/>
                    <a:pt x="4826" y="36957"/>
                  </a:cubicBezTo>
                  <a:lnTo>
                    <a:pt x="9271" y="38735"/>
                  </a:lnTo>
                  <a:lnTo>
                    <a:pt x="4826" y="36957"/>
                  </a:lnTo>
                  <a:cubicBezTo>
                    <a:pt x="6350" y="33274"/>
                    <a:pt x="8128" y="29845"/>
                    <a:pt x="10414" y="26543"/>
                  </a:cubicBezTo>
                  <a:cubicBezTo>
                    <a:pt x="12573" y="23241"/>
                    <a:pt x="15113" y="20193"/>
                    <a:pt x="17907" y="17399"/>
                  </a:cubicBezTo>
                  <a:lnTo>
                    <a:pt x="21336" y="20828"/>
                  </a:lnTo>
                  <a:lnTo>
                    <a:pt x="17907" y="17399"/>
                  </a:lnTo>
                  <a:cubicBezTo>
                    <a:pt x="20701" y="14605"/>
                    <a:pt x="23749" y="12065"/>
                    <a:pt x="27051" y="9906"/>
                  </a:cubicBezTo>
                  <a:lnTo>
                    <a:pt x="29718" y="13843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cubicBezTo>
                    <a:pt x="41021" y="3048"/>
                    <a:pt x="44704" y="1905"/>
                    <a:pt x="48641" y="1143"/>
                  </a:cubicBezTo>
                  <a:cubicBezTo>
                    <a:pt x="52451" y="381"/>
                    <a:pt x="56388" y="0"/>
                    <a:pt x="60325" y="0"/>
                  </a:cubicBezTo>
                  <a:lnTo>
                    <a:pt x="60325" y="4826"/>
                  </a:lnTo>
                  <a:lnTo>
                    <a:pt x="60325" y="0"/>
                  </a:lnTo>
                  <a:lnTo>
                    <a:pt x="5883783" y="0"/>
                  </a:lnTo>
                  <a:lnTo>
                    <a:pt x="5883783" y="4826"/>
                  </a:lnTo>
                  <a:lnTo>
                    <a:pt x="5883783" y="0"/>
                  </a:lnTo>
                  <a:cubicBezTo>
                    <a:pt x="5887720" y="0"/>
                    <a:pt x="5891657" y="381"/>
                    <a:pt x="5895467" y="1143"/>
                  </a:cubicBezTo>
                  <a:lnTo>
                    <a:pt x="5894578" y="5842"/>
                  </a:lnTo>
                  <a:lnTo>
                    <a:pt x="5895467" y="1143"/>
                  </a:lnTo>
                  <a:cubicBezTo>
                    <a:pt x="5899277" y="1905"/>
                    <a:pt x="5903087" y="3048"/>
                    <a:pt x="5906770" y="4572"/>
                  </a:cubicBezTo>
                  <a:cubicBezTo>
                    <a:pt x="5910453" y="6096"/>
                    <a:pt x="5913882" y="7874"/>
                    <a:pt x="5917184" y="10160"/>
                  </a:cubicBezTo>
                  <a:lnTo>
                    <a:pt x="5914517" y="14097"/>
                  </a:lnTo>
                  <a:lnTo>
                    <a:pt x="5917184" y="10160"/>
                  </a:lnTo>
                  <a:cubicBezTo>
                    <a:pt x="5920486" y="12319"/>
                    <a:pt x="5923534" y="14859"/>
                    <a:pt x="5926328" y="17653"/>
                  </a:cubicBezTo>
                  <a:lnTo>
                    <a:pt x="5922899" y="21082"/>
                  </a:lnTo>
                  <a:lnTo>
                    <a:pt x="5926328" y="17653"/>
                  </a:lnTo>
                  <a:cubicBezTo>
                    <a:pt x="5929122" y="20447"/>
                    <a:pt x="5931662" y="23495"/>
                    <a:pt x="5933821" y="26797"/>
                  </a:cubicBezTo>
                  <a:cubicBezTo>
                    <a:pt x="5935980" y="30099"/>
                    <a:pt x="5937885" y="33528"/>
                    <a:pt x="5939409" y="37211"/>
                  </a:cubicBezTo>
                  <a:cubicBezTo>
                    <a:pt x="5940933" y="40894"/>
                    <a:pt x="5942076" y="44577"/>
                    <a:pt x="5942838" y="48514"/>
                  </a:cubicBezTo>
                  <a:lnTo>
                    <a:pt x="5938139" y="49403"/>
                  </a:lnTo>
                  <a:lnTo>
                    <a:pt x="5942838" y="48514"/>
                  </a:lnTo>
                  <a:cubicBezTo>
                    <a:pt x="5943600" y="52324"/>
                    <a:pt x="5943981" y="56261"/>
                    <a:pt x="5943981" y="60198"/>
                  </a:cubicBezTo>
                  <a:lnTo>
                    <a:pt x="5943981" y="940308"/>
                  </a:lnTo>
                  <a:cubicBezTo>
                    <a:pt x="5943981" y="944245"/>
                    <a:pt x="5943600" y="948182"/>
                    <a:pt x="5942838" y="951992"/>
                  </a:cubicBezTo>
                  <a:lnTo>
                    <a:pt x="5938139" y="951103"/>
                  </a:lnTo>
                  <a:lnTo>
                    <a:pt x="5942838" y="951992"/>
                  </a:lnTo>
                  <a:cubicBezTo>
                    <a:pt x="5942076" y="955802"/>
                    <a:pt x="5940933" y="959612"/>
                    <a:pt x="5939409" y="963295"/>
                  </a:cubicBezTo>
                  <a:cubicBezTo>
                    <a:pt x="5937885" y="966978"/>
                    <a:pt x="5936107" y="970407"/>
                    <a:pt x="5933821" y="973709"/>
                  </a:cubicBezTo>
                  <a:cubicBezTo>
                    <a:pt x="5931662" y="977011"/>
                    <a:pt x="5929122" y="980059"/>
                    <a:pt x="5926328" y="982853"/>
                  </a:cubicBezTo>
                  <a:cubicBezTo>
                    <a:pt x="5923534" y="985647"/>
                    <a:pt x="5920486" y="988187"/>
                    <a:pt x="5917184" y="990346"/>
                  </a:cubicBezTo>
                  <a:lnTo>
                    <a:pt x="5914517" y="986409"/>
                  </a:lnTo>
                  <a:lnTo>
                    <a:pt x="5917184" y="990346"/>
                  </a:lnTo>
                  <a:cubicBezTo>
                    <a:pt x="5913882" y="992505"/>
                    <a:pt x="5910453" y="994410"/>
                    <a:pt x="5906770" y="995934"/>
                  </a:cubicBezTo>
                  <a:lnTo>
                    <a:pt x="5904992" y="991489"/>
                  </a:lnTo>
                  <a:lnTo>
                    <a:pt x="5906770" y="995934"/>
                  </a:lnTo>
                  <a:cubicBezTo>
                    <a:pt x="5903087" y="997458"/>
                    <a:pt x="5899404" y="998601"/>
                    <a:pt x="5895467" y="999363"/>
                  </a:cubicBezTo>
                  <a:lnTo>
                    <a:pt x="5894578" y="994664"/>
                  </a:lnTo>
                  <a:lnTo>
                    <a:pt x="5895467" y="999363"/>
                  </a:lnTo>
                  <a:cubicBezTo>
                    <a:pt x="5891657" y="1000125"/>
                    <a:pt x="5887720" y="1000506"/>
                    <a:pt x="5883783" y="1000506"/>
                  </a:cubicBezTo>
                  <a:lnTo>
                    <a:pt x="5883783" y="995680"/>
                  </a:lnTo>
                  <a:lnTo>
                    <a:pt x="5883783" y="1000506"/>
                  </a:lnTo>
                  <a:lnTo>
                    <a:pt x="60198" y="1000506"/>
                  </a:lnTo>
                  <a:lnTo>
                    <a:pt x="60198" y="995680"/>
                  </a:lnTo>
                  <a:lnTo>
                    <a:pt x="60198" y="1000506"/>
                  </a:lnTo>
                  <a:cubicBezTo>
                    <a:pt x="56261" y="1000506"/>
                    <a:pt x="52324" y="1000125"/>
                    <a:pt x="48514" y="999363"/>
                  </a:cubicBezTo>
                  <a:lnTo>
                    <a:pt x="49403" y="994664"/>
                  </a:lnTo>
                  <a:lnTo>
                    <a:pt x="48514" y="999363"/>
                  </a:lnTo>
                  <a:cubicBezTo>
                    <a:pt x="44704" y="998601"/>
                    <a:pt x="40894" y="997458"/>
                    <a:pt x="37211" y="995934"/>
                  </a:cubicBezTo>
                  <a:lnTo>
                    <a:pt x="38989" y="991489"/>
                  </a:lnTo>
                  <a:lnTo>
                    <a:pt x="37211" y="995934"/>
                  </a:lnTo>
                  <a:cubicBezTo>
                    <a:pt x="33528" y="994410"/>
                    <a:pt x="30099" y="992632"/>
                    <a:pt x="26797" y="990346"/>
                  </a:cubicBezTo>
                  <a:lnTo>
                    <a:pt x="29464" y="986409"/>
                  </a:lnTo>
                  <a:lnTo>
                    <a:pt x="26797" y="990346"/>
                  </a:lnTo>
                  <a:cubicBezTo>
                    <a:pt x="23495" y="988187"/>
                    <a:pt x="20447" y="985647"/>
                    <a:pt x="17653" y="982853"/>
                  </a:cubicBezTo>
                  <a:lnTo>
                    <a:pt x="21082" y="979424"/>
                  </a:lnTo>
                  <a:lnTo>
                    <a:pt x="17653" y="982853"/>
                  </a:lnTo>
                  <a:cubicBezTo>
                    <a:pt x="14859" y="980059"/>
                    <a:pt x="12319" y="977011"/>
                    <a:pt x="10160" y="973709"/>
                  </a:cubicBezTo>
                  <a:lnTo>
                    <a:pt x="14097" y="971042"/>
                  </a:lnTo>
                  <a:lnTo>
                    <a:pt x="10160" y="973709"/>
                  </a:lnTo>
                  <a:cubicBezTo>
                    <a:pt x="8001" y="970407"/>
                    <a:pt x="6096" y="966978"/>
                    <a:pt x="4572" y="963295"/>
                  </a:cubicBezTo>
                  <a:lnTo>
                    <a:pt x="9017" y="961517"/>
                  </a:lnTo>
                  <a:lnTo>
                    <a:pt x="4572" y="963295"/>
                  </a:lnTo>
                  <a:cubicBezTo>
                    <a:pt x="3048" y="959612"/>
                    <a:pt x="1905" y="955929"/>
                    <a:pt x="1143" y="951992"/>
                  </a:cubicBezTo>
                  <a:lnTo>
                    <a:pt x="5842" y="951103"/>
                  </a:lnTo>
                  <a:lnTo>
                    <a:pt x="1143" y="951992"/>
                  </a:lnTo>
                  <a:cubicBezTo>
                    <a:pt x="381" y="948182"/>
                    <a:pt x="0" y="944245"/>
                    <a:pt x="0" y="940308"/>
                  </a:cubicBezTo>
                  <a:lnTo>
                    <a:pt x="4826" y="940308"/>
                  </a:lnTo>
                  <a:lnTo>
                    <a:pt x="254" y="940308"/>
                  </a:lnTo>
                  <a:moveTo>
                    <a:pt x="9779" y="940308"/>
                  </a:moveTo>
                  <a:cubicBezTo>
                    <a:pt x="9779" y="943610"/>
                    <a:pt x="10160" y="946912"/>
                    <a:pt x="10795" y="950214"/>
                  </a:cubicBezTo>
                  <a:cubicBezTo>
                    <a:pt x="11430" y="953516"/>
                    <a:pt x="12446" y="956564"/>
                    <a:pt x="13716" y="959739"/>
                  </a:cubicBezTo>
                  <a:cubicBezTo>
                    <a:pt x="14986" y="962787"/>
                    <a:pt x="16510" y="965708"/>
                    <a:pt x="18415" y="968502"/>
                  </a:cubicBezTo>
                  <a:cubicBezTo>
                    <a:pt x="20320" y="971296"/>
                    <a:pt x="22352" y="973836"/>
                    <a:pt x="24638" y="976122"/>
                  </a:cubicBezTo>
                  <a:cubicBezTo>
                    <a:pt x="26924" y="978408"/>
                    <a:pt x="29591" y="980567"/>
                    <a:pt x="32258" y="982345"/>
                  </a:cubicBezTo>
                  <a:cubicBezTo>
                    <a:pt x="35052" y="984250"/>
                    <a:pt x="37973" y="985774"/>
                    <a:pt x="41021" y="987044"/>
                  </a:cubicBezTo>
                  <a:cubicBezTo>
                    <a:pt x="44069" y="988314"/>
                    <a:pt x="47244" y="989330"/>
                    <a:pt x="50546" y="989965"/>
                  </a:cubicBezTo>
                  <a:cubicBezTo>
                    <a:pt x="53848" y="990600"/>
                    <a:pt x="57023" y="990981"/>
                    <a:pt x="60452" y="990981"/>
                  </a:cubicBezTo>
                  <a:lnTo>
                    <a:pt x="5883783" y="990981"/>
                  </a:lnTo>
                  <a:cubicBezTo>
                    <a:pt x="5887085" y="990981"/>
                    <a:pt x="5890387" y="990600"/>
                    <a:pt x="5893689" y="989965"/>
                  </a:cubicBezTo>
                  <a:cubicBezTo>
                    <a:pt x="5896991" y="989330"/>
                    <a:pt x="5900039" y="988314"/>
                    <a:pt x="5903214" y="987044"/>
                  </a:cubicBezTo>
                  <a:cubicBezTo>
                    <a:pt x="5906262" y="985774"/>
                    <a:pt x="5909183" y="984250"/>
                    <a:pt x="5911977" y="982345"/>
                  </a:cubicBezTo>
                  <a:cubicBezTo>
                    <a:pt x="5914771" y="980567"/>
                    <a:pt x="5917311" y="978408"/>
                    <a:pt x="5919597" y="976122"/>
                  </a:cubicBezTo>
                  <a:lnTo>
                    <a:pt x="5923026" y="979551"/>
                  </a:lnTo>
                  <a:lnTo>
                    <a:pt x="5919597" y="976122"/>
                  </a:lnTo>
                  <a:cubicBezTo>
                    <a:pt x="5921883" y="973836"/>
                    <a:pt x="5924042" y="971169"/>
                    <a:pt x="5925820" y="968502"/>
                  </a:cubicBezTo>
                  <a:lnTo>
                    <a:pt x="5929757" y="971169"/>
                  </a:lnTo>
                  <a:lnTo>
                    <a:pt x="5925820" y="968502"/>
                  </a:lnTo>
                  <a:cubicBezTo>
                    <a:pt x="5927725" y="965708"/>
                    <a:pt x="5929249" y="962787"/>
                    <a:pt x="5930519" y="959739"/>
                  </a:cubicBezTo>
                  <a:lnTo>
                    <a:pt x="5934964" y="961517"/>
                  </a:lnTo>
                  <a:lnTo>
                    <a:pt x="5930519" y="959739"/>
                  </a:lnTo>
                  <a:cubicBezTo>
                    <a:pt x="5931789" y="956691"/>
                    <a:pt x="5932805" y="953516"/>
                    <a:pt x="5933440" y="950214"/>
                  </a:cubicBezTo>
                  <a:cubicBezTo>
                    <a:pt x="5934075" y="946912"/>
                    <a:pt x="5934456" y="943737"/>
                    <a:pt x="5934456" y="940308"/>
                  </a:cubicBezTo>
                  <a:lnTo>
                    <a:pt x="5939155" y="940308"/>
                  </a:lnTo>
                  <a:lnTo>
                    <a:pt x="5934329" y="940308"/>
                  </a:lnTo>
                  <a:lnTo>
                    <a:pt x="5934329" y="59944"/>
                  </a:lnTo>
                  <a:lnTo>
                    <a:pt x="5939155" y="59944"/>
                  </a:lnTo>
                  <a:lnTo>
                    <a:pt x="5934456" y="59944"/>
                  </a:lnTo>
                  <a:cubicBezTo>
                    <a:pt x="5934456" y="56642"/>
                    <a:pt x="5934075" y="53340"/>
                    <a:pt x="5933440" y="50038"/>
                  </a:cubicBezTo>
                  <a:cubicBezTo>
                    <a:pt x="5932805" y="46736"/>
                    <a:pt x="5931789" y="43688"/>
                    <a:pt x="5930519" y="40513"/>
                  </a:cubicBezTo>
                  <a:lnTo>
                    <a:pt x="5934964" y="38735"/>
                  </a:lnTo>
                  <a:lnTo>
                    <a:pt x="5930519" y="40513"/>
                  </a:lnTo>
                  <a:cubicBezTo>
                    <a:pt x="5929249" y="37465"/>
                    <a:pt x="5927725" y="34544"/>
                    <a:pt x="5925820" y="31750"/>
                  </a:cubicBezTo>
                  <a:lnTo>
                    <a:pt x="5929757" y="29083"/>
                  </a:lnTo>
                  <a:lnTo>
                    <a:pt x="5925820" y="31750"/>
                  </a:lnTo>
                  <a:cubicBezTo>
                    <a:pt x="5924042" y="28956"/>
                    <a:pt x="5921883" y="26416"/>
                    <a:pt x="5919597" y="24130"/>
                  </a:cubicBezTo>
                  <a:cubicBezTo>
                    <a:pt x="5917311" y="21844"/>
                    <a:pt x="5914644" y="19685"/>
                    <a:pt x="5911977" y="17907"/>
                  </a:cubicBezTo>
                  <a:cubicBezTo>
                    <a:pt x="5909183" y="16129"/>
                    <a:pt x="5906262" y="14478"/>
                    <a:pt x="5903214" y="13208"/>
                  </a:cubicBezTo>
                  <a:lnTo>
                    <a:pt x="5904992" y="8763"/>
                  </a:lnTo>
                  <a:lnTo>
                    <a:pt x="5903214" y="13208"/>
                  </a:lnTo>
                  <a:cubicBezTo>
                    <a:pt x="5900166" y="11938"/>
                    <a:pt x="5896991" y="10922"/>
                    <a:pt x="5893689" y="10287"/>
                  </a:cubicBezTo>
                  <a:cubicBezTo>
                    <a:pt x="5890387" y="9652"/>
                    <a:pt x="5887212" y="9271"/>
                    <a:pt x="5883783" y="9271"/>
                  </a:cubicBezTo>
                  <a:lnTo>
                    <a:pt x="60198" y="9271"/>
                  </a:lnTo>
                  <a:cubicBezTo>
                    <a:pt x="56896" y="9271"/>
                    <a:pt x="53594" y="9652"/>
                    <a:pt x="50292" y="10287"/>
                  </a:cubicBezTo>
                  <a:lnTo>
                    <a:pt x="49403" y="5588"/>
                  </a:lnTo>
                  <a:lnTo>
                    <a:pt x="50292" y="10287"/>
                  </a:lnTo>
                  <a:cubicBezTo>
                    <a:pt x="46990" y="10922"/>
                    <a:pt x="43942" y="11938"/>
                    <a:pt x="40767" y="13208"/>
                  </a:cubicBezTo>
                  <a:lnTo>
                    <a:pt x="38989" y="8763"/>
                  </a:lnTo>
                  <a:lnTo>
                    <a:pt x="40767" y="13208"/>
                  </a:lnTo>
                  <a:cubicBezTo>
                    <a:pt x="37719" y="14478"/>
                    <a:pt x="34798" y="16002"/>
                    <a:pt x="32004" y="17907"/>
                  </a:cubicBezTo>
                  <a:cubicBezTo>
                    <a:pt x="29210" y="19685"/>
                    <a:pt x="26670" y="21844"/>
                    <a:pt x="24384" y="24130"/>
                  </a:cubicBezTo>
                  <a:cubicBezTo>
                    <a:pt x="22098" y="26416"/>
                    <a:pt x="19939" y="29083"/>
                    <a:pt x="18161" y="31750"/>
                  </a:cubicBezTo>
                  <a:lnTo>
                    <a:pt x="14224" y="29083"/>
                  </a:lnTo>
                  <a:lnTo>
                    <a:pt x="18161" y="31750"/>
                  </a:lnTo>
                  <a:cubicBezTo>
                    <a:pt x="16256" y="34544"/>
                    <a:pt x="14732" y="37465"/>
                    <a:pt x="13462" y="40513"/>
                  </a:cubicBezTo>
                  <a:cubicBezTo>
                    <a:pt x="12192" y="43561"/>
                    <a:pt x="11176" y="46736"/>
                    <a:pt x="10541" y="50038"/>
                  </a:cubicBezTo>
                  <a:cubicBezTo>
                    <a:pt x="9906" y="53340"/>
                    <a:pt x="9525" y="56515"/>
                    <a:pt x="9525" y="59944"/>
                  </a:cubicBezTo>
                  <a:lnTo>
                    <a:pt x="9525" y="940054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86325" y="857279"/>
            <a:ext cx="4647933" cy="10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Más que un problema climático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7300" y="3546662"/>
            <a:ext cx="2785548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2. Menor producción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Reducción del rendimiento agrícola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67300" y="2375087"/>
            <a:ext cx="2832183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1. Pérdida de cultivos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Daño directo en papa, quinua y maíz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67300" y="4727762"/>
            <a:ext cx="2582694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3. Ingresos afectados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Impacto en economías familiares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67300" y="5908862"/>
            <a:ext cx="2961884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4. Seguridad alimentaria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Riesgo en disponibilidad de alimentos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1265" y="104827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1"/>
                </a:lnTo>
                <a:lnTo>
                  <a:pt x="0" y="81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94" r="0" b="-399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347662"/>
            <a:ext cx="11420475" cy="6657975"/>
            <a:chOff x="0" y="0"/>
            <a:chExt cx="15227300" cy="8877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877300"/>
            </a:xfrm>
            <a:custGeom>
              <a:avLst/>
              <a:gdLst/>
              <a:ahLst/>
              <a:cxnLst/>
              <a:rect r="r" b="b" t="t" l="l"/>
              <a:pathLst>
                <a:path h="88773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877300"/>
                  </a:lnTo>
                  <a:lnTo>
                    <a:pt x="0" y="887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107" r="-41" b="-1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279397"/>
            <a:ext cx="11556997" cy="6794497"/>
            <a:chOff x="0" y="0"/>
            <a:chExt cx="11557000" cy="6794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321" y="539623"/>
              <a:ext cx="3038856" cy="257429"/>
            </a:xfrm>
            <a:custGeom>
              <a:avLst/>
              <a:gdLst/>
              <a:ahLst/>
              <a:cxnLst/>
              <a:rect r="r" b="b" t="t" l="l"/>
              <a:pathLst>
                <a:path h="257429" w="3038856">
                  <a:moveTo>
                    <a:pt x="254" y="209296"/>
                  </a:moveTo>
                  <a:lnTo>
                    <a:pt x="254" y="48133"/>
                  </a:lnTo>
                  <a:lnTo>
                    <a:pt x="5080" y="48133"/>
                  </a:lnTo>
                  <a:lnTo>
                    <a:pt x="381" y="48133"/>
                  </a:lnTo>
                  <a:cubicBezTo>
                    <a:pt x="381" y="41783"/>
                    <a:pt x="1651" y="35687"/>
                    <a:pt x="4064" y="29718"/>
                  </a:cubicBezTo>
                  <a:cubicBezTo>
                    <a:pt x="6477" y="23876"/>
                    <a:pt x="10033" y="18669"/>
                    <a:pt x="14478" y="14097"/>
                  </a:cubicBezTo>
                  <a:lnTo>
                    <a:pt x="17907" y="17526"/>
                  </a:lnTo>
                  <a:lnTo>
                    <a:pt x="14478" y="14097"/>
                  </a:lnTo>
                  <a:cubicBezTo>
                    <a:pt x="18923" y="9652"/>
                    <a:pt x="24130" y="6096"/>
                    <a:pt x="30099" y="3683"/>
                  </a:cubicBezTo>
                  <a:lnTo>
                    <a:pt x="31877" y="8128"/>
                  </a:lnTo>
                  <a:lnTo>
                    <a:pt x="30099" y="3683"/>
                  </a:lnTo>
                  <a:cubicBezTo>
                    <a:pt x="35941" y="1270"/>
                    <a:pt x="42164" y="0"/>
                    <a:pt x="48514" y="0"/>
                  </a:cubicBezTo>
                  <a:lnTo>
                    <a:pt x="48514" y="4826"/>
                  </a:lnTo>
                  <a:lnTo>
                    <a:pt x="48514" y="0"/>
                  </a:lnTo>
                  <a:lnTo>
                    <a:pt x="2990723" y="0"/>
                  </a:lnTo>
                  <a:lnTo>
                    <a:pt x="2990723" y="4826"/>
                  </a:lnTo>
                  <a:lnTo>
                    <a:pt x="2990723" y="0"/>
                  </a:lnTo>
                  <a:cubicBezTo>
                    <a:pt x="2997073" y="0"/>
                    <a:pt x="3003169" y="1270"/>
                    <a:pt x="3009138" y="3683"/>
                  </a:cubicBezTo>
                  <a:lnTo>
                    <a:pt x="3007360" y="8128"/>
                  </a:lnTo>
                  <a:lnTo>
                    <a:pt x="3009138" y="3683"/>
                  </a:lnTo>
                  <a:cubicBezTo>
                    <a:pt x="3014980" y="6096"/>
                    <a:pt x="3020187" y="9652"/>
                    <a:pt x="3024759" y="14097"/>
                  </a:cubicBezTo>
                  <a:cubicBezTo>
                    <a:pt x="3029204" y="18542"/>
                    <a:pt x="3032760" y="23749"/>
                    <a:pt x="3035173" y="29718"/>
                  </a:cubicBezTo>
                  <a:cubicBezTo>
                    <a:pt x="3037586" y="35560"/>
                    <a:pt x="3038856" y="41783"/>
                    <a:pt x="3038856" y="48133"/>
                  </a:cubicBezTo>
                  <a:lnTo>
                    <a:pt x="3038856" y="209296"/>
                  </a:lnTo>
                  <a:cubicBezTo>
                    <a:pt x="3038856" y="215646"/>
                    <a:pt x="3037586" y="221742"/>
                    <a:pt x="3035173" y="227711"/>
                  </a:cubicBezTo>
                  <a:cubicBezTo>
                    <a:pt x="3032760" y="233553"/>
                    <a:pt x="3029204" y="238760"/>
                    <a:pt x="3024759" y="243332"/>
                  </a:cubicBezTo>
                  <a:cubicBezTo>
                    <a:pt x="3020314" y="247777"/>
                    <a:pt x="3015107" y="251333"/>
                    <a:pt x="3009138" y="253746"/>
                  </a:cubicBezTo>
                  <a:lnTo>
                    <a:pt x="3007360" y="249301"/>
                  </a:lnTo>
                  <a:lnTo>
                    <a:pt x="3009138" y="253746"/>
                  </a:lnTo>
                  <a:cubicBezTo>
                    <a:pt x="3003296" y="256159"/>
                    <a:pt x="2997073" y="257429"/>
                    <a:pt x="2990723" y="257429"/>
                  </a:cubicBezTo>
                  <a:lnTo>
                    <a:pt x="2990723" y="252603"/>
                  </a:lnTo>
                  <a:lnTo>
                    <a:pt x="2990723" y="257429"/>
                  </a:lnTo>
                  <a:lnTo>
                    <a:pt x="48260" y="257429"/>
                  </a:lnTo>
                  <a:lnTo>
                    <a:pt x="48260" y="252603"/>
                  </a:lnTo>
                  <a:lnTo>
                    <a:pt x="48260" y="257429"/>
                  </a:lnTo>
                  <a:cubicBezTo>
                    <a:pt x="41910" y="257429"/>
                    <a:pt x="35814" y="256159"/>
                    <a:pt x="29845" y="253746"/>
                  </a:cubicBezTo>
                  <a:lnTo>
                    <a:pt x="31623" y="249301"/>
                  </a:lnTo>
                  <a:lnTo>
                    <a:pt x="29845" y="253746"/>
                  </a:lnTo>
                  <a:cubicBezTo>
                    <a:pt x="24003" y="251333"/>
                    <a:pt x="18796" y="247777"/>
                    <a:pt x="14224" y="243332"/>
                  </a:cubicBezTo>
                  <a:lnTo>
                    <a:pt x="17653" y="239903"/>
                  </a:lnTo>
                  <a:lnTo>
                    <a:pt x="14224" y="243332"/>
                  </a:lnTo>
                  <a:cubicBezTo>
                    <a:pt x="9779" y="238887"/>
                    <a:pt x="6223" y="233680"/>
                    <a:pt x="3810" y="227711"/>
                  </a:cubicBezTo>
                  <a:cubicBezTo>
                    <a:pt x="1397" y="221869"/>
                    <a:pt x="127" y="215646"/>
                    <a:pt x="127" y="209296"/>
                  </a:cubicBezTo>
                  <a:lnTo>
                    <a:pt x="4826" y="209296"/>
                  </a:lnTo>
                  <a:lnTo>
                    <a:pt x="0" y="209296"/>
                  </a:lnTo>
                  <a:moveTo>
                    <a:pt x="9525" y="209296"/>
                  </a:moveTo>
                  <a:cubicBezTo>
                    <a:pt x="9525" y="214376"/>
                    <a:pt x="10541" y="219329"/>
                    <a:pt x="12446" y="224028"/>
                  </a:cubicBezTo>
                  <a:lnTo>
                    <a:pt x="8001" y="225806"/>
                  </a:lnTo>
                  <a:lnTo>
                    <a:pt x="12446" y="224028"/>
                  </a:lnTo>
                  <a:cubicBezTo>
                    <a:pt x="14351" y="228727"/>
                    <a:pt x="17145" y="232918"/>
                    <a:pt x="20828" y="236474"/>
                  </a:cubicBezTo>
                  <a:cubicBezTo>
                    <a:pt x="24384" y="240030"/>
                    <a:pt x="28575" y="242824"/>
                    <a:pt x="33274" y="244856"/>
                  </a:cubicBezTo>
                  <a:cubicBezTo>
                    <a:pt x="37973" y="246761"/>
                    <a:pt x="42926" y="247777"/>
                    <a:pt x="48006" y="247777"/>
                  </a:cubicBezTo>
                  <a:lnTo>
                    <a:pt x="2990723" y="247777"/>
                  </a:lnTo>
                  <a:cubicBezTo>
                    <a:pt x="2995803" y="247777"/>
                    <a:pt x="3000756" y="246761"/>
                    <a:pt x="3005455" y="244856"/>
                  </a:cubicBezTo>
                  <a:cubicBezTo>
                    <a:pt x="3010154" y="242951"/>
                    <a:pt x="3014345" y="240157"/>
                    <a:pt x="3017901" y="236474"/>
                  </a:cubicBezTo>
                  <a:lnTo>
                    <a:pt x="3021330" y="239903"/>
                  </a:lnTo>
                  <a:lnTo>
                    <a:pt x="3017901" y="236474"/>
                  </a:lnTo>
                  <a:cubicBezTo>
                    <a:pt x="3021457" y="232918"/>
                    <a:pt x="3024251" y="228727"/>
                    <a:pt x="3026283" y="224028"/>
                  </a:cubicBezTo>
                  <a:lnTo>
                    <a:pt x="3030728" y="225806"/>
                  </a:lnTo>
                  <a:lnTo>
                    <a:pt x="3026283" y="224028"/>
                  </a:lnTo>
                  <a:cubicBezTo>
                    <a:pt x="3028188" y="219329"/>
                    <a:pt x="3029204" y="214376"/>
                    <a:pt x="3029204" y="209296"/>
                  </a:cubicBezTo>
                  <a:lnTo>
                    <a:pt x="3033903" y="209296"/>
                  </a:lnTo>
                  <a:lnTo>
                    <a:pt x="3029077" y="209296"/>
                  </a:lnTo>
                  <a:lnTo>
                    <a:pt x="3029077" y="48133"/>
                  </a:lnTo>
                  <a:lnTo>
                    <a:pt x="3033903" y="48133"/>
                  </a:lnTo>
                  <a:lnTo>
                    <a:pt x="3029204" y="48133"/>
                  </a:lnTo>
                  <a:cubicBezTo>
                    <a:pt x="3029204" y="43053"/>
                    <a:pt x="3028188" y="38100"/>
                    <a:pt x="3026283" y="33401"/>
                  </a:cubicBezTo>
                  <a:lnTo>
                    <a:pt x="3030728" y="31623"/>
                  </a:lnTo>
                  <a:lnTo>
                    <a:pt x="3026283" y="33401"/>
                  </a:lnTo>
                  <a:cubicBezTo>
                    <a:pt x="3024378" y="28702"/>
                    <a:pt x="3021584" y="24511"/>
                    <a:pt x="3017901" y="20955"/>
                  </a:cubicBezTo>
                  <a:lnTo>
                    <a:pt x="3021330" y="17526"/>
                  </a:lnTo>
                  <a:lnTo>
                    <a:pt x="3017901" y="20955"/>
                  </a:lnTo>
                  <a:cubicBezTo>
                    <a:pt x="3014345" y="17399"/>
                    <a:pt x="3010154" y="14605"/>
                    <a:pt x="3005455" y="12573"/>
                  </a:cubicBezTo>
                  <a:cubicBezTo>
                    <a:pt x="3000756" y="10541"/>
                    <a:pt x="2995803" y="9652"/>
                    <a:pt x="2990723" y="9652"/>
                  </a:cubicBezTo>
                  <a:lnTo>
                    <a:pt x="48260" y="9652"/>
                  </a:lnTo>
                  <a:cubicBezTo>
                    <a:pt x="43180" y="9652"/>
                    <a:pt x="38227" y="10668"/>
                    <a:pt x="33528" y="12573"/>
                  </a:cubicBezTo>
                  <a:cubicBezTo>
                    <a:pt x="28829" y="14478"/>
                    <a:pt x="24638" y="17272"/>
                    <a:pt x="21082" y="20955"/>
                  </a:cubicBezTo>
                  <a:cubicBezTo>
                    <a:pt x="17526" y="24511"/>
                    <a:pt x="14732" y="28702"/>
                    <a:pt x="12700" y="33401"/>
                  </a:cubicBezTo>
                  <a:lnTo>
                    <a:pt x="8255" y="31623"/>
                  </a:lnTo>
                  <a:lnTo>
                    <a:pt x="12700" y="33401"/>
                  </a:lnTo>
                  <a:cubicBezTo>
                    <a:pt x="10795" y="38100"/>
                    <a:pt x="9779" y="43053"/>
                    <a:pt x="9779" y="48133"/>
                  </a:cubicBezTo>
                  <a:lnTo>
                    <a:pt x="9779" y="209296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0075" y="2667000"/>
            <a:ext cx="6505575" cy="3686175"/>
            <a:chOff x="0" y="0"/>
            <a:chExt cx="8674100" cy="4914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74100" cy="4914900"/>
            </a:xfrm>
            <a:custGeom>
              <a:avLst/>
              <a:gdLst/>
              <a:ahLst/>
              <a:cxnLst/>
              <a:rect r="r" b="b" t="t" l="l"/>
              <a:pathLst>
                <a:path h="49149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4834890"/>
                  </a:lnTo>
                  <a:cubicBezTo>
                    <a:pt x="0" y="4845431"/>
                    <a:pt x="2032" y="4855718"/>
                    <a:pt x="6096" y="4865497"/>
                  </a:cubicBezTo>
                  <a:cubicBezTo>
                    <a:pt x="10160" y="4875276"/>
                    <a:pt x="15875" y="4883912"/>
                    <a:pt x="23495" y="4891405"/>
                  </a:cubicBezTo>
                  <a:cubicBezTo>
                    <a:pt x="31115" y="4898898"/>
                    <a:pt x="39624" y="4904740"/>
                    <a:pt x="49403" y="4908804"/>
                  </a:cubicBezTo>
                  <a:cubicBezTo>
                    <a:pt x="59182" y="4912868"/>
                    <a:pt x="69215" y="4914900"/>
                    <a:pt x="79756" y="4914900"/>
                  </a:cubicBezTo>
                  <a:lnTo>
                    <a:pt x="8594344" y="4914900"/>
                  </a:lnTo>
                  <a:cubicBezTo>
                    <a:pt x="8604885" y="4914900"/>
                    <a:pt x="8615045" y="4912868"/>
                    <a:pt x="8624697" y="4908804"/>
                  </a:cubicBezTo>
                  <a:cubicBezTo>
                    <a:pt x="8634349" y="4904740"/>
                    <a:pt x="8643112" y="4899025"/>
                    <a:pt x="8650605" y="4891405"/>
                  </a:cubicBezTo>
                  <a:cubicBezTo>
                    <a:pt x="8658098" y="4883785"/>
                    <a:pt x="8663939" y="4875276"/>
                    <a:pt x="8668003" y="4865497"/>
                  </a:cubicBezTo>
                  <a:cubicBezTo>
                    <a:pt x="8672068" y="4855718"/>
                    <a:pt x="8674100" y="4845431"/>
                    <a:pt x="8674100" y="4834890"/>
                  </a:cubicBezTo>
                  <a:lnTo>
                    <a:pt x="8674100" y="80010"/>
                  </a:lnTo>
                  <a:cubicBezTo>
                    <a:pt x="8674100" y="69342"/>
                    <a:pt x="8672068" y="59182"/>
                    <a:pt x="8668003" y="49403"/>
                  </a:cubicBezTo>
                  <a:cubicBezTo>
                    <a:pt x="8663939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182" r="0" b="-1618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34275" y="3238500"/>
            <a:ext cx="19050" cy="1409700"/>
            <a:chOff x="0" y="0"/>
            <a:chExt cx="19050" cy="1409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9050">
                  <a:moveTo>
                    <a:pt x="0" y="140017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400175"/>
                  </a:lnTo>
                  <a:cubicBezTo>
                    <a:pt x="19050" y="1402842"/>
                    <a:pt x="18161" y="1405001"/>
                    <a:pt x="16256" y="1406906"/>
                  </a:cubicBezTo>
                  <a:cubicBezTo>
                    <a:pt x="14351" y="1408811"/>
                    <a:pt x="12192" y="1409700"/>
                    <a:pt x="9525" y="1409700"/>
                  </a:cubicBezTo>
                  <a:cubicBezTo>
                    <a:pt x="6858" y="1409700"/>
                    <a:pt x="4699" y="1408811"/>
                    <a:pt x="2794" y="1406906"/>
                  </a:cubicBezTo>
                  <a:cubicBezTo>
                    <a:pt x="889" y="1405001"/>
                    <a:pt x="0" y="1402842"/>
                    <a:pt x="0" y="1400175"/>
                  </a:cubicBez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2916" y="831552"/>
            <a:ext cx="2891819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 PERUANA CAYETANO HEREDIA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" y="1098223"/>
            <a:ext cx="9755705" cy="107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Las bajas temperaturas requieren medidas de protección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9638" y="-869297"/>
            <a:ext cx="3542050" cy="2000341"/>
            <a:chOff x="0" y="0"/>
            <a:chExt cx="1439243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92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39243">
                  <a:moveTo>
                    <a:pt x="0" y="0"/>
                  </a:moveTo>
                  <a:lnTo>
                    <a:pt x="1439243" y="0"/>
                  </a:lnTo>
                  <a:lnTo>
                    <a:pt x="1439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3924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1265" y="3457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94" r="0" b="-399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18702" y="4808953"/>
            <a:ext cx="3172539" cy="79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Acciones como </a:t>
            </a: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fitotoldos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para proteger cultivos frente a heladas y friaje.</a:t>
            </a:r>
          </a:p>
          <a:p>
            <a:pPr algn="l">
              <a:lnSpc>
                <a:spcPts val="2241"/>
              </a:lnSpc>
            </a:pPr>
            <a:r>
              <a:rPr lang="en-US" sz="1391" i="true" spc="-4">
                <a:solidFill>
                  <a:srgbClr val="52586B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Fuente: AGRO RURAL / MIDAGRI,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87878" y="3361153"/>
            <a:ext cx="2972676" cy="109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"Para 2026 se contemplaron medidas de protección para aproximadamente </a:t>
            </a: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43 mil familias campesinas</a:t>
            </a: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16 regiones."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4115" y="6553200"/>
            <a:ext cx="10096439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spc="-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“Ya existen medidas de protección, pero persiste la necesidad de soluciones adaptables y oportunas.”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457200"/>
            <a:ext cx="11420475" cy="6429375"/>
            <a:chOff x="0" y="0"/>
            <a:chExt cx="152273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265" y="4600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94" r="0" b="-39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50371" y="2720412"/>
            <a:ext cx="274593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Producción de riesgo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600204" y="3198048"/>
            <a:ext cx="2816404" cy="19050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067304" y="3159948"/>
            <a:ext cx="2816404" cy="19050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267141" y="3159948"/>
            <a:ext cx="3518939" cy="0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005937" y="3356762"/>
            <a:ext cx="3070915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Seguridad alimentaria comprometida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600075" y="4112447"/>
            <a:ext cx="2816404" cy="19050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4005937" y="4093397"/>
            <a:ext cx="2816404" cy="19050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267269" y="4074348"/>
            <a:ext cx="3518810" cy="5715"/>
          </a:xfrm>
          <a:prstGeom prst="line">
            <a:avLst/>
          </a:prstGeom>
          <a:ln cap="flat" w="38100">
            <a:solidFill>
              <a:srgbClr val="525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00075" y="2022148"/>
            <a:ext cx="9902542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¿Por qué debemos abordar esta problemática?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275775" y="4664896"/>
            <a:ext cx="6887974" cy="522040"/>
            <a:chOff x="0" y="0"/>
            <a:chExt cx="9183965" cy="69605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183965" cy="696053"/>
              <a:chOff x="0" y="0"/>
              <a:chExt cx="2898156" cy="21965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898156" cy="219651"/>
              </a:xfrm>
              <a:custGeom>
                <a:avLst/>
                <a:gdLst/>
                <a:ahLst/>
                <a:cxnLst/>
                <a:rect r="r" b="b" t="t" l="l"/>
                <a:pathLst>
                  <a:path h="219651" w="2898156">
                    <a:moveTo>
                      <a:pt x="35967" y="0"/>
                    </a:moveTo>
                    <a:lnTo>
                      <a:pt x="2862188" y="0"/>
                    </a:lnTo>
                    <a:cubicBezTo>
                      <a:pt x="2882053" y="0"/>
                      <a:pt x="2898156" y="16103"/>
                      <a:pt x="2898156" y="35967"/>
                    </a:cubicBezTo>
                    <a:lnTo>
                      <a:pt x="2898156" y="183684"/>
                    </a:lnTo>
                    <a:cubicBezTo>
                      <a:pt x="2898156" y="203548"/>
                      <a:pt x="2882053" y="219651"/>
                      <a:pt x="2862188" y="219651"/>
                    </a:cubicBezTo>
                    <a:lnTo>
                      <a:pt x="35967" y="219651"/>
                    </a:lnTo>
                    <a:cubicBezTo>
                      <a:pt x="26428" y="219651"/>
                      <a:pt x="17280" y="215862"/>
                      <a:pt x="10535" y="209117"/>
                    </a:cubicBezTo>
                    <a:cubicBezTo>
                      <a:pt x="3789" y="202371"/>
                      <a:pt x="0" y="193223"/>
                      <a:pt x="0" y="183684"/>
                    </a:cubicBezTo>
                    <a:lnTo>
                      <a:pt x="0" y="35967"/>
                    </a:lnTo>
                    <a:cubicBezTo>
                      <a:pt x="0" y="16103"/>
                      <a:pt x="16103" y="0"/>
                      <a:pt x="35967" y="0"/>
                    </a:cubicBezTo>
                    <a:close/>
                  </a:path>
                </a:pathLst>
              </a:custGeom>
              <a:solidFill>
                <a:srgbClr val="CFDB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898156" cy="2482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6799" y="170665"/>
              <a:ext cx="8813324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-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Monitorear las condiciones permite responder antes de que el cultivo sea afectado.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97844" y="2796093"/>
            <a:ext cx="205751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Clima extremo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8234" y="3708588"/>
            <a:ext cx="249674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Familias afectadas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67304" y="2728465"/>
            <a:ext cx="269367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Cultivos vulnerables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47842" y="3297108"/>
            <a:ext cx="4082158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buFont typeface="Arial"/>
              <a:buChar char="•"/>
            </a:pPr>
            <a:r>
              <a:rPr lang="en-US" b="true" sz="1799" spc="-5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Necesidad de protección oportuna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4762"/>
            <a:ext cx="11420475" cy="7343775"/>
            <a:chOff x="0" y="0"/>
            <a:chExt cx="15227300" cy="9791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791700"/>
            </a:xfrm>
            <a:custGeom>
              <a:avLst/>
              <a:gdLst/>
              <a:ahLst/>
              <a:cxnLst/>
              <a:rect r="r" b="b" t="t" l="l"/>
              <a:pathLst>
                <a:path h="97917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791700"/>
                  </a:lnTo>
                  <a:lnTo>
                    <a:pt x="0" y="979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7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-63503"/>
            <a:ext cx="11556997" cy="7480297"/>
            <a:chOff x="0" y="0"/>
            <a:chExt cx="11557000" cy="7480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353300"/>
            </a:xfrm>
            <a:custGeom>
              <a:avLst/>
              <a:gdLst/>
              <a:ahLst/>
              <a:cxnLst/>
              <a:rect r="r" b="b" t="t" l="l"/>
              <a:pathLst>
                <a:path h="7353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353300"/>
                  </a:lnTo>
                  <a:lnTo>
                    <a:pt x="0" y="7353300"/>
                  </a:ln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321" y="539623"/>
              <a:ext cx="3038856" cy="257429"/>
            </a:xfrm>
            <a:custGeom>
              <a:avLst/>
              <a:gdLst/>
              <a:ahLst/>
              <a:cxnLst/>
              <a:rect r="r" b="b" t="t" l="l"/>
              <a:pathLst>
                <a:path h="257429" w="3038856">
                  <a:moveTo>
                    <a:pt x="254" y="209296"/>
                  </a:moveTo>
                  <a:lnTo>
                    <a:pt x="254" y="48133"/>
                  </a:lnTo>
                  <a:lnTo>
                    <a:pt x="5080" y="48133"/>
                  </a:lnTo>
                  <a:lnTo>
                    <a:pt x="381" y="48133"/>
                  </a:lnTo>
                  <a:cubicBezTo>
                    <a:pt x="381" y="41783"/>
                    <a:pt x="1651" y="35687"/>
                    <a:pt x="4064" y="29718"/>
                  </a:cubicBezTo>
                  <a:lnTo>
                    <a:pt x="8509" y="31496"/>
                  </a:lnTo>
                  <a:lnTo>
                    <a:pt x="4064" y="29718"/>
                  </a:lnTo>
                  <a:cubicBezTo>
                    <a:pt x="6477" y="23876"/>
                    <a:pt x="10033" y="18669"/>
                    <a:pt x="14478" y="14097"/>
                  </a:cubicBezTo>
                  <a:lnTo>
                    <a:pt x="17907" y="17526"/>
                  </a:lnTo>
                  <a:lnTo>
                    <a:pt x="14478" y="14097"/>
                  </a:lnTo>
                  <a:cubicBezTo>
                    <a:pt x="18923" y="9652"/>
                    <a:pt x="24130" y="6096"/>
                    <a:pt x="30099" y="3683"/>
                  </a:cubicBezTo>
                  <a:lnTo>
                    <a:pt x="31877" y="8128"/>
                  </a:lnTo>
                  <a:lnTo>
                    <a:pt x="30099" y="3683"/>
                  </a:lnTo>
                  <a:cubicBezTo>
                    <a:pt x="35941" y="1270"/>
                    <a:pt x="42164" y="0"/>
                    <a:pt x="48514" y="0"/>
                  </a:cubicBezTo>
                  <a:lnTo>
                    <a:pt x="48514" y="4826"/>
                  </a:lnTo>
                  <a:lnTo>
                    <a:pt x="48514" y="0"/>
                  </a:lnTo>
                  <a:lnTo>
                    <a:pt x="2990723" y="0"/>
                  </a:lnTo>
                  <a:lnTo>
                    <a:pt x="2990723" y="4826"/>
                  </a:lnTo>
                  <a:lnTo>
                    <a:pt x="2990723" y="0"/>
                  </a:lnTo>
                  <a:cubicBezTo>
                    <a:pt x="2997073" y="0"/>
                    <a:pt x="3003169" y="1270"/>
                    <a:pt x="3009138" y="3683"/>
                  </a:cubicBezTo>
                  <a:lnTo>
                    <a:pt x="3007360" y="8128"/>
                  </a:lnTo>
                  <a:lnTo>
                    <a:pt x="3009138" y="3683"/>
                  </a:lnTo>
                  <a:cubicBezTo>
                    <a:pt x="3014980" y="6096"/>
                    <a:pt x="3020187" y="9652"/>
                    <a:pt x="3024759" y="14097"/>
                  </a:cubicBezTo>
                  <a:cubicBezTo>
                    <a:pt x="3029204" y="18542"/>
                    <a:pt x="3032760" y="23749"/>
                    <a:pt x="3035173" y="29718"/>
                  </a:cubicBezTo>
                  <a:lnTo>
                    <a:pt x="3030728" y="31496"/>
                  </a:lnTo>
                  <a:lnTo>
                    <a:pt x="3035173" y="29718"/>
                  </a:lnTo>
                  <a:cubicBezTo>
                    <a:pt x="3037586" y="35560"/>
                    <a:pt x="3038856" y="41783"/>
                    <a:pt x="3038856" y="48133"/>
                  </a:cubicBezTo>
                  <a:lnTo>
                    <a:pt x="3038856" y="209296"/>
                  </a:lnTo>
                  <a:cubicBezTo>
                    <a:pt x="3038856" y="215646"/>
                    <a:pt x="3037586" y="221742"/>
                    <a:pt x="3035173" y="227711"/>
                  </a:cubicBezTo>
                  <a:lnTo>
                    <a:pt x="3030728" y="225933"/>
                  </a:lnTo>
                  <a:lnTo>
                    <a:pt x="3035173" y="227711"/>
                  </a:lnTo>
                  <a:cubicBezTo>
                    <a:pt x="3032760" y="233553"/>
                    <a:pt x="3029204" y="238760"/>
                    <a:pt x="3024759" y="243332"/>
                  </a:cubicBezTo>
                  <a:cubicBezTo>
                    <a:pt x="3020314" y="247777"/>
                    <a:pt x="3015107" y="251333"/>
                    <a:pt x="3009138" y="253746"/>
                  </a:cubicBezTo>
                  <a:lnTo>
                    <a:pt x="3007360" y="249301"/>
                  </a:lnTo>
                  <a:lnTo>
                    <a:pt x="3009138" y="253746"/>
                  </a:lnTo>
                  <a:cubicBezTo>
                    <a:pt x="3003296" y="256159"/>
                    <a:pt x="2997073" y="257429"/>
                    <a:pt x="2990723" y="257429"/>
                  </a:cubicBezTo>
                  <a:lnTo>
                    <a:pt x="2990723" y="252603"/>
                  </a:lnTo>
                  <a:lnTo>
                    <a:pt x="2990723" y="257429"/>
                  </a:lnTo>
                  <a:lnTo>
                    <a:pt x="48260" y="257429"/>
                  </a:lnTo>
                  <a:lnTo>
                    <a:pt x="48260" y="252603"/>
                  </a:lnTo>
                  <a:lnTo>
                    <a:pt x="48260" y="257429"/>
                  </a:lnTo>
                  <a:cubicBezTo>
                    <a:pt x="41910" y="257429"/>
                    <a:pt x="35814" y="256159"/>
                    <a:pt x="29845" y="253746"/>
                  </a:cubicBezTo>
                  <a:lnTo>
                    <a:pt x="31623" y="249301"/>
                  </a:lnTo>
                  <a:lnTo>
                    <a:pt x="29845" y="253746"/>
                  </a:lnTo>
                  <a:cubicBezTo>
                    <a:pt x="24003" y="251333"/>
                    <a:pt x="18796" y="247777"/>
                    <a:pt x="14224" y="243332"/>
                  </a:cubicBezTo>
                  <a:lnTo>
                    <a:pt x="17653" y="239903"/>
                  </a:lnTo>
                  <a:lnTo>
                    <a:pt x="14224" y="243332"/>
                  </a:lnTo>
                  <a:cubicBezTo>
                    <a:pt x="9779" y="238887"/>
                    <a:pt x="6223" y="233680"/>
                    <a:pt x="3810" y="227711"/>
                  </a:cubicBezTo>
                  <a:lnTo>
                    <a:pt x="8255" y="225933"/>
                  </a:lnTo>
                  <a:lnTo>
                    <a:pt x="3810" y="227711"/>
                  </a:lnTo>
                  <a:cubicBezTo>
                    <a:pt x="1397" y="221869"/>
                    <a:pt x="127" y="215646"/>
                    <a:pt x="127" y="209296"/>
                  </a:cubicBezTo>
                  <a:lnTo>
                    <a:pt x="4826" y="209296"/>
                  </a:lnTo>
                  <a:lnTo>
                    <a:pt x="0" y="209296"/>
                  </a:lnTo>
                  <a:moveTo>
                    <a:pt x="9525" y="209296"/>
                  </a:moveTo>
                  <a:cubicBezTo>
                    <a:pt x="9525" y="214376"/>
                    <a:pt x="10541" y="219329"/>
                    <a:pt x="12446" y="224028"/>
                  </a:cubicBezTo>
                  <a:cubicBezTo>
                    <a:pt x="14351" y="228727"/>
                    <a:pt x="17145" y="232918"/>
                    <a:pt x="20828" y="236474"/>
                  </a:cubicBezTo>
                  <a:cubicBezTo>
                    <a:pt x="24384" y="240030"/>
                    <a:pt x="28575" y="242824"/>
                    <a:pt x="33274" y="244856"/>
                  </a:cubicBezTo>
                  <a:cubicBezTo>
                    <a:pt x="37973" y="246888"/>
                    <a:pt x="42926" y="247777"/>
                    <a:pt x="48006" y="247777"/>
                  </a:cubicBezTo>
                  <a:lnTo>
                    <a:pt x="2990723" y="247777"/>
                  </a:lnTo>
                  <a:cubicBezTo>
                    <a:pt x="2995803" y="247777"/>
                    <a:pt x="3000756" y="246761"/>
                    <a:pt x="3005455" y="244856"/>
                  </a:cubicBezTo>
                  <a:cubicBezTo>
                    <a:pt x="3010154" y="242951"/>
                    <a:pt x="3014345" y="240157"/>
                    <a:pt x="3017901" y="236474"/>
                  </a:cubicBezTo>
                  <a:lnTo>
                    <a:pt x="3021330" y="239903"/>
                  </a:lnTo>
                  <a:lnTo>
                    <a:pt x="3017901" y="236474"/>
                  </a:lnTo>
                  <a:cubicBezTo>
                    <a:pt x="3021457" y="232918"/>
                    <a:pt x="3024251" y="228727"/>
                    <a:pt x="3026283" y="224028"/>
                  </a:cubicBezTo>
                  <a:cubicBezTo>
                    <a:pt x="3028188" y="219329"/>
                    <a:pt x="3029204" y="214376"/>
                    <a:pt x="3029204" y="209296"/>
                  </a:cubicBezTo>
                  <a:lnTo>
                    <a:pt x="3033903" y="209296"/>
                  </a:lnTo>
                  <a:lnTo>
                    <a:pt x="3029077" y="209296"/>
                  </a:lnTo>
                  <a:lnTo>
                    <a:pt x="3029077" y="48133"/>
                  </a:lnTo>
                  <a:lnTo>
                    <a:pt x="3033903" y="48133"/>
                  </a:lnTo>
                  <a:lnTo>
                    <a:pt x="3029204" y="48133"/>
                  </a:lnTo>
                  <a:cubicBezTo>
                    <a:pt x="3029204" y="43053"/>
                    <a:pt x="3028188" y="38100"/>
                    <a:pt x="3026283" y="33401"/>
                  </a:cubicBezTo>
                  <a:cubicBezTo>
                    <a:pt x="3024378" y="28702"/>
                    <a:pt x="3021584" y="24511"/>
                    <a:pt x="3017901" y="20955"/>
                  </a:cubicBezTo>
                  <a:lnTo>
                    <a:pt x="3021330" y="17526"/>
                  </a:lnTo>
                  <a:lnTo>
                    <a:pt x="3017901" y="20955"/>
                  </a:lnTo>
                  <a:cubicBezTo>
                    <a:pt x="3014345" y="17399"/>
                    <a:pt x="3010154" y="14605"/>
                    <a:pt x="3005455" y="12573"/>
                  </a:cubicBezTo>
                  <a:cubicBezTo>
                    <a:pt x="3000756" y="10541"/>
                    <a:pt x="2995803" y="9652"/>
                    <a:pt x="2990723" y="9652"/>
                  </a:cubicBezTo>
                  <a:lnTo>
                    <a:pt x="48260" y="9652"/>
                  </a:lnTo>
                  <a:cubicBezTo>
                    <a:pt x="43180" y="9652"/>
                    <a:pt x="38227" y="10668"/>
                    <a:pt x="33528" y="12573"/>
                  </a:cubicBezTo>
                  <a:cubicBezTo>
                    <a:pt x="28829" y="14478"/>
                    <a:pt x="24638" y="17272"/>
                    <a:pt x="21082" y="20955"/>
                  </a:cubicBezTo>
                  <a:cubicBezTo>
                    <a:pt x="17526" y="24511"/>
                    <a:pt x="14732" y="28702"/>
                    <a:pt x="12700" y="33401"/>
                  </a:cubicBezTo>
                  <a:cubicBezTo>
                    <a:pt x="10795" y="38100"/>
                    <a:pt x="9779" y="43053"/>
                    <a:pt x="9779" y="48133"/>
                  </a:cubicBezTo>
                  <a:lnTo>
                    <a:pt x="9779" y="209296"/>
                  </a:lnTo>
                  <a:close/>
                </a:path>
              </a:pathLst>
            </a:custGeom>
            <a:solidFill>
              <a:srgbClr val="373B4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3575" y="3482975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4895850" y="0"/>
                  </a:lnTo>
                  <a:cubicBezTo>
                    <a:pt x="4898517" y="0"/>
                    <a:pt x="4900676" y="889"/>
                    <a:pt x="4902581" y="2794"/>
                  </a:cubicBezTo>
                  <a:cubicBezTo>
                    <a:pt x="4904486" y="4699"/>
                    <a:pt x="4905375" y="6858"/>
                    <a:pt x="4905375" y="9525"/>
                  </a:cubicBezTo>
                  <a:cubicBezTo>
                    <a:pt x="4905375" y="12192"/>
                    <a:pt x="4904486" y="14351"/>
                    <a:pt x="4902581" y="16256"/>
                  </a:cubicBezTo>
                  <a:cubicBezTo>
                    <a:pt x="4900676" y="18161"/>
                    <a:pt x="4898517" y="19050"/>
                    <a:pt x="48958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3575" y="5121275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4895850" y="0"/>
                  </a:lnTo>
                  <a:cubicBezTo>
                    <a:pt x="4898517" y="0"/>
                    <a:pt x="4900676" y="889"/>
                    <a:pt x="4902581" y="2794"/>
                  </a:cubicBezTo>
                  <a:cubicBezTo>
                    <a:pt x="4904486" y="4699"/>
                    <a:pt x="4905375" y="6858"/>
                    <a:pt x="4905375" y="9525"/>
                  </a:cubicBezTo>
                  <a:cubicBezTo>
                    <a:pt x="4905375" y="12192"/>
                    <a:pt x="4904486" y="14351"/>
                    <a:pt x="4902581" y="16256"/>
                  </a:cubicBezTo>
                  <a:cubicBezTo>
                    <a:pt x="4900676" y="18161"/>
                    <a:pt x="4898517" y="19050"/>
                    <a:pt x="48958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34075" y="1790700"/>
            <a:ext cx="4905375" cy="4905375"/>
            <a:chOff x="0" y="0"/>
            <a:chExt cx="6540500" cy="654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40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65405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79883"/>
                  </a:cubicBezTo>
                  <a:lnTo>
                    <a:pt x="0" y="6460617"/>
                  </a:lnTo>
                  <a:cubicBezTo>
                    <a:pt x="0" y="6471158"/>
                    <a:pt x="2032" y="6481318"/>
                    <a:pt x="6096" y="6491097"/>
                  </a:cubicBezTo>
                  <a:cubicBezTo>
                    <a:pt x="10160" y="6500876"/>
                    <a:pt x="15875" y="6509512"/>
                    <a:pt x="23495" y="6517005"/>
                  </a:cubicBezTo>
                  <a:cubicBezTo>
                    <a:pt x="31115" y="6524498"/>
                    <a:pt x="39624" y="6530340"/>
                    <a:pt x="49403" y="6534404"/>
                  </a:cubicBezTo>
                  <a:cubicBezTo>
                    <a:pt x="59182" y="6538468"/>
                    <a:pt x="69469" y="6540500"/>
                    <a:pt x="80010" y="6540500"/>
                  </a:cubicBezTo>
                  <a:lnTo>
                    <a:pt x="6460490" y="6540500"/>
                  </a:lnTo>
                  <a:cubicBezTo>
                    <a:pt x="6471158" y="6540500"/>
                    <a:pt x="6481318" y="6538468"/>
                    <a:pt x="6491097" y="6534404"/>
                  </a:cubicBezTo>
                  <a:cubicBezTo>
                    <a:pt x="6500876" y="6530340"/>
                    <a:pt x="6509512" y="6524625"/>
                    <a:pt x="6517005" y="6517005"/>
                  </a:cubicBezTo>
                  <a:cubicBezTo>
                    <a:pt x="6524498" y="6509385"/>
                    <a:pt x="6530340" y="6500876"/>
                    <a:pt x="6534404" y="6491097"/>
                  </a:cubicBezTo>
                  <a:cubicBezTo>
                    <a:pt x="6538468" y="6481318"/>
                    <a:pt x="6540500" y="6471031"/>
                    <a:pt x="6540500" y="6460490"/>
                  </a:cubicBezTo>
                  <a:lnTo>
                    <a:pt x="6540500" y="80010"/>
                  </a:lnTo>
                  <a:cubicBezTo>
                    <a:pt x="6540500" y="69342"/>
                    <a:pt x="6538468" y="59182"/>
                    <a:pt x="6534404" y="49403"/>
                  </a:cubicBezTo>
                  <a:cubicBezTo>
                    <a:pt x="6530340" y="39624"/>
                    <a:pt x="6524625" y="30988"/>
                    <a:pt x="6517005" y="23495"/>
                  </a:cubicBezTo>
                  <a:cubicBezTo>
                    <a:pt x="6509385" y="16002"/>
                    <a:pt x="6500876" y="10160"/>
                    <a:pt x="6491097" y="6096"/>
                  </a:cubicBezTo>
                  <a:cubicBezTo>
                    <a:pt x="6481318" y="2032"/>
                    <a:pt x="6471158" y="0"/>
                    <a:pt x="64604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2916" y="488652"/>
            <a:ext cx="2891819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 PERUANA CAYETANO HEREDIA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" y="698173"/>
            <a:ext cx="9342053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¿Con qué ODS se relaciona la problemática?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77801" y="-1235493"/>
            <a:ext cx="3542050" cy="2000341"/>
            <a:chOff x="0" y="0"/>
            <a:chExt cx="1439243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92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39243">
                  <a:moveTo>
                    <a:pt x="0" y="0"/>
                  </a:moveTo>
                  <a:lnTo>
                    <a:pt x="1439243" y="0"/>
                  </a:lnTo>
                  <a:lnTo>
                    <a:pt x="1439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3924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1265" y="28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94" r="0" b="-3994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48655" y="5215177"/>
            <a:ext cx="1265556" cy="12655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248655" y="1790700"/>
            <a:ext cx="1265556" cy="12655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248655" y="3581639"/>
            <a:ext cx="1265556" cy="12655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00075" y="3454232"/>
            <a:ext cx="3416284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ODS 6 — Agua Limpia</a:t>
            </a:r>
          </a:p>
          <a:p>
            <a:pPr algn="l">
              <a:lnSpc>
                <a:spcPts val="3375"/>
              </a:lnSpc>
            </a:pP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Secundario</a:t>
            </a:r>
          </a:p>
          <a:p>
            <a:pPr algn="l">
              <a:lnSpc>
                <a:spcPts val="3375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Uso eficiente y sostenible del agua agrícola.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0075" y="1825457"/>
            <a:ext cx="3556483" cy="131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ODS 2 — Hambre Cero</a:t>
            </a:r>
          </a:p>
          <a:p>
            <a:pPr algn="l">
              <a:lnSpc>
                <a:spcPts val="3375"/>
              </a:lnSpc>
            </a:pP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Principal</a:t>
            </a:r>
          </a:p>
          <a:p>
            <a:pPr algn="l">
              <a:lnSpc>
                <a:spcPts val="3375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Seguridad alimentaria y agricultura resiliente.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0075" y="5083007"/>
            <a:ext cx="3648580" cy="132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 spc="-15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ODS 12 — Producción Responsable</a:t>
            </a:r>
          </a:p>
          <a:p>
            <a:pPr algn="l">
              <a:lnSpc>
                <a:spcPts val="3375"/>
              </a:lnSpc>
            </a:pPr>
            <a:r>
              <a:rPr lang="en-US" b="true" sz="1350" spc="-4">
                <a:solidFill>
                  <a:srgbClr val="52586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Secundario</a:t>
            </a:r>
          </a:p>
          <a:p>
            <a:pPr algn="l">
              <a:lnSpc>
                <a:spcPts val="3375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Uso responsable de recursos en la producción.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4762"/>
            <a:ext cx="11420475" cy="7343775"/>
            <a:chOff x="0" y="0"/>
            <a:chExt cx="15227300" cy="9791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791700"/>
            </a:xfrm>
            <a:custGeom>
              <a:avLst/>
              <a:gdLst/>
              <a:ahLst/>
              <a:cxnLst/>
              <a:rect r="r" b="b" t="t" l="l"/>
              <a:pathLst>
                <a:path h="97917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791700"/>
                  </a:lnTo>
                  <a:lnTo>
                    <a:pt x="0" y="979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7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5" y="1790700"/>
            <a:ext cx="6505575" cy="3676650"/>
            <a:chOff x="0" y="0"/>
            <a:chExt cx="8674100" cy="490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74100" cy="4902200"/>
            </a:xfrm>
            <a:custGeom>
              <a:avLst/>
              <a:gdLst/>
              <a:ahLst/>
              <a:cxnLst/>
              <a:rect r="r" b="b" t="t" l="l"/>
              <a:pathLst>
                <a:path h="49022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4822190"/>
                  </a:lnTo>
                  <a:cubicBezTo>
                    <a:pt x="0" y="4832731"/>
                    <a:pt x="2032" y="4843018"/>
                    <a:pt x="6096" y="4852797"/>
                  </a:cubicBezTo>
                  <a:cubicBezTo>
                    <a:pt x="10160" y="4862576"/>
                    <a:pt x="15875" y="4871212"/>
                    <a:pt x="23495" y="4878705"/>
                  </a:cubicBezTo>
                  <a:cubicBezTo>
                    <a:pt x="31115" y="4886198"/>
                    <a:pt x="39624" y="4892040"/>
                    <a:pt x="49403" y="4896104"/>
                  </a:cubicBezTo>
                  <a:cubicBezTo>
                    <a:pt x="59182" y="4900168"/>
                    <a:pt x="69469" y="4902200"/>
                    <a:pt x="80010" y="4902200"/>
                  </a:cubicBezTo>
                  <a:lnTo>
                    <a:pt x="8594090" y="4902200"/>
                  </a:lnTo>
                  <a:cubicBezTo>
                    <a:pt x="8604758" y="4902200"/>
                    <a:pt x="8614918" y="4900168"/>
                    <a:pt x="8624697" y="4896104"/>
                  </a:cubicBezTo>
                  <a:cubicBezTo>
                    <a:pt x="8634476" y="4892040"/>
                    <a:pt x="8643112" y="4886325"/>
                    <a:pt x="8650605" y="4878705"/>
                  </a:cubicBezTo>
                  <a:cubicBezTo>
                    <a:pt x="8658098" y="4871085"/>
                    <a:pt x="8663940" y="4862576"/>
                    <a:pt x="8668004" y="4852797"/>
                  </a:cubicBezTo>
                  <a:cubicBezTo>
                    <a:pt x="8672068" y="4843018"/>
                    <a:pt x="8674100" y="4832731"/>
                    <a:pt x="8674100" y="4822190"/>
                  </a:cubicBezTo>
                  <a:lnTo>
                    <a:pt x="8674100" y="80010"/>
                  </a:lnTo>
                  <a:cubicBezTo>
                    <a:pt x="8674100" y="69342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6572" y="5794372"/>
            <a:ext cx="5156197" cy="1155697"/>
            <a:chOff x="0" y="0"/>
            <a:chExt cx="5156200" cy="1155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898" y="72771"/>
              <a:ext cx="5010531" cy="1010158"/>
            </a:xfrm>
            <a:custGeom>
              <a:avLst/>
              <a:gdLst/>
              <a:ahLst/>
              <a:cxnLst/>
              <a:rect r="r" b="b" t="t" l="l"/>
              <a:pathLst>
                <a:path h="1010158" w="5010531">
                  <a:moveTo>
                    <a:pt x="127" y="959485"/>
                  </a:moveTo>
                  <a:lnTo>
                    <a:pt x="127" y="50673"/>
                  </a:lnTo>
                  <a:cubicBezTo>
                    <a:pt x="127" y="47371"/>
                    <a:pt x="508" y="44069"/>
                    <a:pt x="1143" y="40767"/>
                  </a:cubicBezTo>
                  <a:cubicBezTo>
                    <a:pt x="1778" y="37465"/>
                    <a:pt x="2794" y="34417"/>
                    <a:pt x="4064" y="31242"/>
                  </a:cubicBezTo>
                  <a:cubicBezTo>
                    <a:pt x="5334" y="28067"/>
                    <a:pt x="6858" y="25273"/>
                    <a:pt x="8763" y="22479"/>
                  </a:cubicBezTo>
                  <a:cubicBezTo>
                    <a:pt x="10668" y="19685"/>
                    <a:pt x="12700" y="17145"/>
                    <a:pt x="14986" y="14859"/>
                  </a:cubicBezTo>
                  <a:cubicBezTo>
                    <a:pt x="17272" y="12573"/>
                    <a:pt x="19939" y="10414"/>
                    <a:pt x="22606" y="8636"/>
                  </a:cubicBezTo>
                  <a:cubicBezTo>
                    <a:pt x="25273" y="6858"/>
                    <a:pt x="28321" y="5207"/>
                    <a:pt x="31369" y="3937"/>
                  </a:cubicBezTo>
                  <a:cubicBezTo>
                    <a:pt x="34417" y="2667"/>
                    <a:pt x="37592" y="1651"/>
                    <a:pt x="40894" y="1016"/>
                  </a:cubicBezTo>
                  <a:cubicBezTo>
                    <a:pt x="44196" y="381"/>
                    <a:pt x="47371" y="0"/>
                    <a:pt x="50800" y="0"/>
                  </a:cubicBezTo>
                  <a:lnTo>
                    <a:pt x="4959858" y="0"/>
                  </a:lnTo>
                  <a:cubicBezTo>
                    <a:pt x="4963160" y="0"/>
                    <a:pt x="4966462" y="381"/>
                    <a:pt x="4969764" y="1016"/>
                  </a:cubicBezTo>
                  <a:cubicBezTo>
                    <a:pt x="4973066" y="1651"/>
                    <a:pt x="4976114" y="2667"/>
                    <a:pt x="4979289" y="3937"/>
                  </a:cubicBezTo>
                  <a:cubicBezTo>
                    <a:pt x="4982464" y="5207"/>
                    <a:pt x="4985258" y="6731"/>
                    <a:pt x="4988052" y="8636"/>
                  </a:cubicBezTo>
                  <a:cubicBezTo>
                    <a:pt x="4990846" y="10541"/>
                    <a:pt x="4993386" y="12573"/>
                    <a:pt x="4995672" y="14859"/>
                  </a:cubicBezTo>
                  <a:cubicBezTo>
                    <a:pt x="4997958" y="17145"/>
                    <a:pt x="5000117" y="19812"/>
                    <a:pt x="5001895" y="22479"/>
                  </a:cubicBezTo>
                  <a:cubicBezTo>
                    <a:pt x="5003673" y="25146"/>
                    <a:pt x="5005324" y="28194"/>
                    <a:pt x="5006594" y="31242"/>
                  </a:cubicBezTo>
                  <a:cubicBezTo>
                    <a:pt x="5007864" y="34290"/>
                    <a:pt x="5008880" y="37465"/>
                    <a:pt x="5009515" y="40767"/>
                  </a:cubicBezTo>
                  <a:cubicBezTo>
                    <a:pt x="5010150" y="44069"/>
                    <a:pt x="5010531" y="47244"/>
                    <a:pt x="5010531" y="50673"/>
                  </a:cubicBezTo>
                  <a:lnTo>
                    <a:pt x="5010531" y="959485"/>
                  </a:lnTo>
                  <a:cubicBezTo>
                    <a:pt x="5010531" y="962787"/>
                    <a:pt x="5010150" y="966089"/>
                    <a:pt x="5009515" y="969391"/>
                  </a:cubicBezTo>
                  <a:cubicBezTo>
                    <a:pt x="5008880" y="972693"/>
                    <a:pt x="5007864" y="975741"/>
                    <a:pt x="5006594" y="978916"/>
                  </a:cubicBezTo>
                  <a:cubicBezTo>
                    <a:pt x="5005324" y="982091"/>
                    <a:pt x="5003800" y="984885"/>
                    <a:pt x="5001895" y="987679"/>
                  </a:cubicBezTo>
                  <a:cubicBezTo>
                    <a:pt x="4999990" y="990473"/>
                    <a:pt x="4997958" y="993013"/>
                    <a:pt x="4995672" y="995299"/>
                  </a:cubicBezTo>
                  <a:cubicBezTo>
                    <a:pt x="4993386" y="997585"/>
                    <a:pt x="4990719" y="999744"/>
                    <a:pt x="4988052" y="1001522"/>
                  </a:cubicBezTo>
                  <a:cubicBezTo>
                    <a:pt x="4985385" y="1003300"/>
                    <a:pt x="4982337" y="1004951"/>
                    <a:pt x="4979289" y="1006221"/>
                  </a:cubicBezTo>
                  <a:cubicBezTo>
                    <a:pt x="4976241" y="1007491"/>
                    <a:pt x="4973066" y="1008507"/>
                    <a:pt x="4969764" y="1009142"/>
                  </a:cubicBezTo>
                  <a:cubicBezTo>
                    <a:pt x="4966462" y="1009777"/>
                    <a:pt x="4963287" y="1010158"/>
                    <a:pt x="4959858" y="1010158"/>
                  </a:cubicBezTo>
                  <a:lnTo>
                    <a:pt x="50673" y="1010158"/>
                  </a:lnTo>
                  <a:cubicBezTo>
                    <a:pt x="47371" y="1010158"/>
                    <a:pt x="44069" y="1009777"/>
                    <a:pt x="40767" y="1009142"/>
                  </a:cubicBezTo>
                  <a:cubicBezTo>
                    <a:pt x="37465" y="1008507"/>
                    <a:pt x="34417" y="1007491"/>
                    <a:pt x="31242" y="1006221"/>
                  </a:cubicBezTo>
                  <a:cubicBezTo>
                    <a:pt x="28067" y="1004951"/>
                    <a:pt x="25273" y="1003427"/>
                    <a:pt x="22479" y="1001522"/>
                  </a:cubicBezTo>
                  <a:cubicBezTo>
                    <a:pt x="19685" y="999617"/>
                    <a:pt x="17145" y="997585"/>
                    <a:pt x="14859" y="995299"/>
                  </a:cubicBezTo>
                  <a:cubicBezTo>
                    <a:pt x="12573" y="993013"/>
                    <a:pt x="10414" y="990346"/>
                    <a:pt x="8636" y="987679"/>
                  </a:cubicBezTo>
                  <a:cubicBezTo>
                    <a:pt x="6858" y="985012"/>
                    <a:pt x="5207" y="981964"/>
                    <a:pt x="3937" y="978916"/>
                  </a:cubicBezTo>
                  <a:cubicBezTo>
                    <a:pt x="2667" y="975868"/>
                    <a:pt x="1651" y="972693"/>
                    <a:pt x="1016" y="969391"/>
                  </a:cubicBezTo>
                  <a:cubicBezTo>
                    <a:pt x="381" y="966089"/>
                    <a:pt x="0" y="962914"/>
                    <a:pt x="0" y="959485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373" y="63373"/>
              <a:ext cx="5029581" cy="1029081"/>
            </a:xfrm>
            <a:custGeom>
              <a:avLst/>
              <a:gdLst/>
              <a:ahLst/>
              <a:cxnLst/>
              <a:rect r="r" b="b" t="t" l="l"/>
              <a:pathLst>
                <a:path h="1029081" w="5029581">
                  <a:moveTo>
                    <a:pt x="127" y="968883"/>
                  </a:moveTo>
                  <a:lnTo>
                    <a:pt x="127" y="60071"/>
                  </a:lnTo>
                  <a:lnTo>
                    <a:pt x="9652" y="60071"/>
                  </a:lnTo>
                  <a:lnTo>
                    <a:pt x="127" y="60198"/>
                  </a:lnTo>
                  <a:cubicBezTo>
                    <a:pt x="127" y="56261"/>
                    <a:pt x="508" y="52324"/>
                    <a:pt x="1270" y="48514"/>
                  </a:cubicBezTo>
                  <a:cubicBezTo>
                    <a:pt x="2032" y="44704"/>
                    <a:pt x="3175" y="40894"/>
                    <a:pt x="4699" y="37211"/>
                  </a:cubicBezTo>
                  <a:cubicBezTo>
                    <a:pt x="6223" y="33528"/>
                    <a:pt x="8001" y="30099"/>
                    <a:pt x="10287" y="26797"/>
                  </a:cubicBezTo>
                  <a:lnTo>
                    <a:pt x="18161" y="32131"/>
                  </a:lnTo>
                  <a:lnTo>
                    <a:pt x="10287" y="26797"/>
                  </a:lnTo>
                  <a:cubicBezTo>
                    <a:pt x="12446" y="23495"/>
                    <a:pt x="14986" y="20447"/>
                    <a:pt x="17780" y="17653"/>
                  </a:cubicBezTo>
                  <a:lnTo>
                    <a:pt x="24511" y="24384"/>
                  </a:lnTo>
                  <a:lnTo>
                    <a:pt x="17780" y="17653"/>
                  </a:lnTo>
                  <a:cubicBezTo>
                    <a:pt x="20574" y="14859"/>
                    <a:pt x="23622" y="12319"/>
                    <a:pt x="26924" y="10160"/>
                  </a:cubicBezTo>
                  <a:cubicBezTo>
                    <a:pt x="30226" y="8001"/>
                    <a:pt x="33655" y="6096"/>
                    <a:pt x="37338" y="4572"/>
                  </a:cubicBezTo>
                  <a:lnTo>
                    <a:pt x="41021" y="13335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50546" y="10541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4969383" y="0"/>
                  </a:lnTo>
                  <a:cubicBezTo>
                    <a:pt x="4973320" y="0"/>
                    <a:pt x="4977257" y="381"/>
                    <a:pt x="4981067" y="1143"/>
                  </a:cubicBezTo>
                  <a:lnTo>
                    <a:pt x="4979162" y="10541"/>
                  </a:lnTo>
                  <a:lnTo>
                    <a:pt x="4981067" y="1143"/>
                  </a:lnTo>
                  <a:cubicBezTo>
                    <a:pt x="4984877" y="1905"/>
                    <a:pt x="4988687" y="3048"/>
                    <a:pt x="4992370" y="4572"/>
                  </a:cubicBezTo>
                  <a:lnTo>
                    <a:pt x="4988687" y="13335"/>
                  </a:lnTo>
                  <a:lnTo>
                    <a:pt x="4992370" y="4572"/>
                  </a:lnTo>
                  <a:cubicBezTo>
                    <a:pt x="4996053" y="6096"/>
                    <a:pt x="4999482" y="7874"/>
                    <a:pt x="5002784" y="10160"/>
                  </a:cubicBezTo>
                  <a:cubicBezTo>
                    <a:pt x="5006086" y="12319"/>
                    <a:pt x="5009134" y="14859"/>
                    <a:pt x="5011928" y="17653"/>
                  </a:cubicBezTo>
                  <a:lnTo>
                    <a:pt x="5005197" y="24384"/>
                  </a:lnTo>
                  <a:lnTo>
                    <a:pt x="5011928" y="17653"/>
                  </a:lnTo>
                  <a:cubicBezTo>
                    <a:pt x="5014722" y="20447"/>
                    <a:pt x="5017262" y="23495"/>
                    <a:pt x="5019421" y="26797"/>
                  </a:cubicBezTo>
                  <a:lnTo>
                    <a:pt x="5011547" y="32131"/>
                  </a:lnTo>
                  <a:lnTo>
                    <a:pt x="5019421" y="26797"/>
                  </a:lnTo>
                  <a:cubicBezTo>
                    <a:pt x="5021580" y="30099"/>
                    <a:pt x="5023485" y="33528"/>
                    <a:pt x="5025009" y="37211"/>
                  </a:cubicBezTo>
                  <a:cubicBezTo>
                    <a:pt x="5026533" y="40894"/>
                    <a:pt x="5027676" y="44577"/>
                    <a:pt x="5028438" y="48514"/>
                  </a:cubicBezTo>
                  <a:lnTo>
                    <a:pt x="5019040" y="50419"/>
                  </a:lnTo>
                  <a:lnTo>
                    <a:pt x="5028438" y="48514"/>
                  </a:lnTo>
                  <a:cubicBezTo>
                    <a:pt x="5029200" y="52324"/>
                    <a:pt x="5029581" y="56261"/>
                    <a:pt x="5029581" y="60198"/>
                  </a:cubicBezTo>
                  <a:lnTo>
                    <a:pt x="5020056" y="60198"/>
                  </a:lnTo>
                  <a:lnTo>
                    <a:pt x="5029581" y="60198"/>
                  </a:lnTo>
                  <a:lnTo>
                    <a:pt x="5029581" y="968883"/>
                  </a:lnTo>
                  <a:lnTo>
                    <a:pt x="5020056" y="968883"/>
                  </a:lnTo>
                  <a:lnTo>
                    <a:pt x="5029581" y="968883"/>
                  </a:lnTo>
                  <a:cubicBezTo>
                    <a:pt x="5029581" y="972820"/>
                    <a:pt x="5029200" y="976757"/>
                    <a:pt x="5028438" y="980567"/>
                  </a:cubicBezTo>
                  <a:lnTo>
                    <a:pt x="5019040" y="978662"/>
                  </a:lnTo>
                  <a:lnTo>
                    <a:pt x="5028438" y="980567"/>
                  </a:lnTo>
                  <a:cubicBezTo>
                    <a:pt x="5027676" y="984377"/>
                    <a:pt x="5026533" y="988187"/>
                    <a:pt x="5025009" y="991870"/>
                  </a:cubicBezTo>
                  <a:cubicBezTo>
                    <a:pt x="5023485" y="995553"/>
                    <a:pt x="5021707" y="998982"/>
                    <a:pt x="5019421" y="1002284"/>
                  </a:cubicBezTo>
                  <a:lnTo>
                    <a:pt x="5011547" y="996950"/>
                  </a:lnTo>
                  <a:lnTo>
                    <a:pt x="5019421" y="1002284"/>
                  </a:lnTo>
                  <a:cubicBezTo>
                    <a:pt x="5017262" y="1005586"/>
                    <a:pt x="5014722" y="1008634"/>
                    <a:pt x="5011928" y="1011428"/>
                  </a:cubicBezTo>
                  <a:cubicBezTo>
                    <a:pt x="5009134" y="1014222"/>
                    <a:pt x="5006086" y="1016762"/>
                    <a:pt x="5002784" y="1018921"/>
                  </a:cubicBezTo>
                  <a:lnTo>
                    <a:pt x="4997450" y="1011047"/>
                  </a:lnTo>
                  <a:lnTo>
                    <a:pt x="5002784" y="1018921"/>
                  </a:lnTo>
                  <a:cubicBezTo>
                    <a:pt x="4999482" y="1021080"/>
                    <a:pt x="4996053" y="1022985"/>
                    <a:pt x="4992370" y="1024509"/>
                  </a:cubicBezTo>
                  <a:lnTo>
                    <a:pt x="4988687" y="1015746"/>
                  </a:lnTo>
                  <a:lnTo>
                    <a:pt x="4992370" y="1024509"/>
                  </a:lnTo>
                  <a:cubicBezTo>
                    <a:pt x="4988687" y="1026033"/>
                    <a:pt x="4985004" y="1027176"/>
                    <a:pt x="4981067" y="1027938"/>
                  </a:cubicBezTo>
                  <a:lnTo>
                    <a:pt x="4979162" y="1018540"/>
                  </a:lnTo>
                  <a:lnTo>
                    <a:pt x="4981067" y="1027938"/>
                  </a:lnTo>
                  <a:cubicBezTo>
                    <a:pt x="4977257" y="1028700"/>
                    <a:pt x="4973320" y="1029081"/>
                    <a:pt x="4969383" y="1029081"/>
                  </a:cubicBezTo>
                  <a:lnTo>
                    <a:pt x="4969383" y="1019556"/>
                  </a:lnTo>
                  <a:lnTo>
                    <a:pt x="4969383" y="1028827"/>
                  </a:lnTo>
                  <a:lnTo>
                    <a:pt x="60198" y="1028827"/>
                  </a:lnTo>
                  <a:lnTo>
                    <a:pt x="60198" y="1019302"/>
                  </a:lnTo>
                  <a:lnTo>
                    <a:pt x="60198" y="1028827"/>
                  </a:lnTo>
                  <a:cubicBezTo>
                    <a:pt x="56261" y="1028827"/>
                    <a:pt x="52324" y="1028446"/>
                    <a:pt x="48514" y="1027684"/>
                  </a:cubicBezTo>
                  <a:lnTo>
                    <a:pt x="50419" y="1018286"/>
                  </a:lnTo>
                  <a:lnTo>
                    <a:pt x="48514" y="1027684"/>
                  </a:lnTo>
                  <a:cubicBezTo>
                    <a:pt x="44704" y="1026922"/>
                    <a:pt x="40894" y="1025779"/>
                    <a:pt x="37211" y="1024255"/>
                  </a:cubicBezTo>
                  <a:lnTo>
                    <a:pt x="40894" y="1015492"/>
                  </a:lnTo>
                  <a:lnTo>
                    <a:pt x="37211" y="1024255"/>
                  </a:lnTo>
                  <a:cubicBezTo>
                    <a:pt x="33528" y="1022731"/>
                    <a:pt x="30099" y="1020953"/>
                    <a:pt x="26797" y="1018667"/>
                  </a:cubicBezTo>
                  <a:cubicBezTo>
                    <a:pt x="23495" y="1016508"/>
                    <a:pt x="20447" y="1013968"/>
                    <a:pt x="17653" y="1011174"/>
                  </a:cubicBezTo>
                  <a:cubicBezTo>
                    <a:pt x="14859" y="1008380"/>
                    <a:pt x="12319" y="1005332"/>
                    <a:pt x="10160" y="1002030"/>
                  </a:cubicBezTo>
                  <a:lnTo>
                    <a:pt x="18034" y="996696"/>
                  </a:lnTo>
                  <a:lnTo>
                    <a:pt x="10160" y="1002030"/>
                  </a:lnTo>
                  <a:cubicBezTo>
                    <a:pt x="8001" y="998728"/>
                    <a:pt x="6096" y="995299"/>
                    <a:pt x="4572" y="991616"/>
                  </a:cubicBezTo>
                  <a:lnTo>
                    <a:pt x="13335" y="987933"/>
                  </a:lnTo>
                  <a:lnTo>
                    <a:pt x="4572" y="991616"/>
                  </a:lnTo>
                  <a:cubicBezTo>
                    <a:pt x="3048" y="987933"/>
                    <a:pt x="1905" y="984250"/>
                    <a:pt x="1143" y="980313"/>
                  </a:cubicBezTo>
                  <a:lnTo>
                    <a:pt x="10541" y="978408"/>
                  </a:lnTo>
                  <a:lnTo>
                    <a:pt x="1143" y="980313"/>
                  </a:lnTo>
                  <a:cubicBezTo>
                    <a:pt x="381" y="976503"/>
                    <a:pt x="0" y="972566"/>
                    <a:pt x="0" y="968629"/>
                  </a:cubicBezTo>
                  <a:lnTo>
                    <a:pt x="9525" y="968629"/>
                  </a:lnTo>
                  <a:lnTo>
                    <a:pt x="127" y="968629"/>
                  </a:lnTo>
                  <a:moveTo>
                    <a:pt x="19177" y="968629"/>
                  </a:moveTo>
                  <a:cubicBezTo>
                    <a:pt x="19177" y="971296"/>
                    <a:pt x="19431" y="973963"/>
                    <a:pt x="19939" y="976630"/>
                  </a:cubicBezTo>
                  <a:cubicBezTo>
                    <a:pt x="20447" y="979297"/>
                    <a:pt x="21209" y="981837"/>
                    <a:pt x="22225" y="984250"/>
                  </a:cubicBezTo>
                  <a:cubicBezTo>
                    <a:pt x="23241" y="986790"/>
                    <a:pt x="24511" y="989076"/>
                    <a:pt x="26035" y="991362"/>
                  </a:cubicBezTo>
                  <a:cubicBezTo>
                    <a:pt x="27559" y="993648"/>
                    <a:pt x="29210" y="995680"/>
                    <a:pt x="31115" y="997585"/>
                  </a:cubicBezTo>
                  <a:lnTo>
                    <a:pt x="24384" y="1004316"/>
                  </a:lnTo>
                  <a:lnTo>
                    <a:pt x="31115" y="997585"/>
                  </a:lnTo>
                  <a:cubicBezTo>
                    <a:pt x="33020" y="999490"/>
                    <a:pt x="35052" y="1001141"/>
                    <a:pt x="37338" y="1002665"/>
                  </a:cubicBezTo>
                  <a:lnTo>
                    <a:pt x="32004" y="1010539"/>
                  </a:lnTo>
                  <a:lnTo>
                    <a:pt x="37338" y="1002665"/>
                  </a:lnTo>
                  <a:cubicBezTo>
                    <a:pt x="39624" y="1004189"/>
                    <a:pt x="41910" y="1005459"/>
                    <a:pt x="44450" y="1006475"/>
                  </a:cubicBezTo>
                  <a:cubicBezTo>
                    <a:pt x="46990" y="1007491"/>
                    <a:pt x="49530" y="1008253"/>
                    <a:pt x="52197" y="1008761"/>
                  </a:cubicBezTo>
                  <a:cubicBezTo>
                    <a:pt x="54864" y="1009269"/>
                    <a:pt x="57531" y="1009523"/>
                    <a:pt x="60198" y="1009523"/>
                  </a:cubicBezTo>
                  <a:lnTo>
                    <a:pt x="4969383" y="1009523"/>
                  </a:lnTo>
                  <a:cubicBezTo>
                    <a:pt x="4972050" y="1009523"/>
                    <a:pt x="4974717" y="1009269"/>
                    <a:pt x="4977384" y="1008761"/>
                  </a:cubicBezTo>
                  <a:cubicBezTo>
                    <a:pt x="4980051" y="1008253"/>
                    <a:pt x="4982591" y="1007491"/>
                    <a:pt x="4985131" y="1006475"/>
                  </a:cubicBezTo>
                  <a:cubicBezTo>
                    <a:pt x="4987671" y="1005459"/>
                    <a:pt x="4989957" y="1004189"/>
                    <a:pt x="4992243" y="1002665"/>
                  </a:cubicBezTo>
                  <a:cubicBezTo>
                    <a:pt x="4994529" y="1001141"/>
                    <a:pt x="4996561" y="999490"/>
                    <a:pt x="4998466" y="997585"/>
                  </a:cubicBezTo>
                  <a:lnTo>
                    <a:pt x="5005197" y="1004316"/>
                  </a:lnTo>
                  <a:lnTo>
                    <a:pt x="4998466" y="997585"/>
                  </a:lnTo>
                  <a:cubicBezTo>
                    <a:pt x="5000371" y="995680"/>
                    <a:pt x="5002022" y="993648"/>
                    <a:pt x="5003546" y="991362"/>
                  </a:cubicBezTo>
                  <a:cubicBezTo>
                    <a:pt x="5005070" y="989076"/>
                    <a:pt x="5006340" y="986790"/>
                    <a:pt x="5007356" y="984250"/>
                  </a:cubicBezTo>
                  <a:lnTo>
                    <a:pt x="5016119" y="987933"/>
                  </a:lnTo>
                  <a:lnTo>
                    <a:pt x="5007356" y="984250"/>
                  </a:lnTo>
                  <a:cubicBezTo>
                    <a:pt x="5008372" y="981710"/>
                    <a:pt x="5009134" y="979170"/>
                    <a:pt x="5009642" y="976503"/>
                  </a:cubicBezTo>
                  <a:cubicBezTo>
                    <a:pt x="5010150" y="973836"/>
                    <a:pt x="5010404" y="971169"/>
                    <a:pt x="5010404" y="968502"/>
                  </a:cubicBezTo>
                  <a:lnTo>
                    <a:pt x="5010404" y="60071"/>
                  </a:lnTo>
                  <a:cubicBezTo>
                    <a:pt x="5010404" y="57404"/>
                    <a:pt x="5010150" y="54737"/>
                    <a:pt x="5009642" y="52070"/>
                  </a:cubicBezTo>
                  <a:cubicBezTo>
                    <a:pt x="5009134" y="49403"/>
                    <a:pt x="5008372" y="46863"/>
                    <a:pt x="5007356" y="44323"/>
                  </a:cubicBezTo>
                  <a:lnTo>
                    <a:pt x="5016119" y="40640"/>
                  </a:lnTo>
                  <a:lnTo>
                    <a:pt x="5007356" y="44323"/>
                  </a:lnTo>
                  <a:cubicBezTo>
                    <a:pt x="5006340" y="41783"/>
                    <a:pt x="5005070" y="39497"/>
                    <a:pt x="5003546" y="37211"/>
                  </a:cubicBezTo>
                  <a:cubicBezTo>
                    <a:pt x="5002022" y="34925"/>
                    <a:pt x="5000371" y="32893"/>
                    <a:pt x="4998466" y="30988"/>
                  </a:cubicBezTo>
                  <a:cubicBezTo>
                    <a:pt x="4996561" y="29083"/>
                    <a:pt x="4994529" y="27432"/>
                    <a:pt x="4992243" y="25908"/>
                  </a:cubicBezTo>
                  <a:lnTo>
                    <a:pt x="4997577" y="18034"/>
                  </a:lnTo>
                  <a:lnTo>
                    <a:pt x="4992243" y="25908"/>
                  </a:lnTo>
                  <a:cubicBezTo>
                    <a:pt x="4989957" y="24384"/>
                    <a:pt x="4987671" y="23114"/>
                    <a:pt x="4985131" y="22098"/>
                  </a:cubicBezTo>
                  <a:cubicBezTo>
                    <a:pt x="4982591" y="21082"/>
                    <a:pt x="4980051" y="20320"/>
                    <a:pt x="4977384" y="19812"/>
                  </a:cubicBezTo>
                  <a:cubicBezTo>
                    <a:pt x="4974717" y="19304"/>
                    <a:pt x="4972050" y="19050"/>
                    <a:pt x="4969383" y="19050"/>
                  </a:cubicBezTo>
                  <a:lnTo>
                    <a:pt x="4969383" y="9525"/>
                  </a:lnTo>
                  <a:lnTo>
                    <a:pt x="4969383" y="19177"/>
                  </a:lnTo>
                  <a:lnTo>
                    <a:pt x="60198" y="19177"/>
                  </a:lnTo>
                  <a:lnTo>
                    <a:pt x="60198" y="9652"/>
                  </a:lnTo>
                  <a:lnTo>
                    <a:pt x="60198" y="19177"/>
                  </a:lnTo>
                  <a:cubicBezTo>
                    <a:pt x="57531" y="19177"/>
                    <a:pt x="54864" y="19431"/>
                    <a:pt x="52197" y="19939"/>
                  </a:cubicBezTo>
                  <a:cubicBezTo>
                    <a:pt x="49530" y="20447"/>
                    <a:pt x="46990" y="21209"/>
                    <a:pt x="44450" y="22225"/>
                  </a:cubicBezTo>
                  <a:cubicBezTo>
                    <a:pt x="41910" y="23241"/>
                    <a:pt x="39624" y="24511"/>
                    <a:pt x="37338" y="26035"/>
                  </a:cubicBezTo>
                  <a:lnTo>
                    <a:pt x="32004" y="18161"/>
                  </a:lnTo>
                  <a:lnTo>
                    <a:pt x="37338" y="26035"/>
                  </a:lnTo>
                  <a:cubicBezTo>
                    <a:pt x="35052" y="27559"/>
                    <a:pt x="33020" y="29210"/>
                    <a:pt x="31115" y="31115"/>
                  </a:cubicBezTo>
                  <a:cubicBezTo>
                    <a:pt x="29210" y="33020"/>
                    <a:pt x="27559" y="35052"/>
                    <a:pt x="26035" y="37338"/>
                  </a:cubicBezTo>
                  <a:cubicBezTo>
                    <a:pt x="24511" y="39624"/>
                    <a:pt x="23241" y="41910"/>
                    <a:pt x="22225" y="44450"/>
                  </a:cubicBezTo>
                  <a:lnTo>
                    <a:pt x="13462" y="40767"/>
                  </a:lnTo>
                  <a:lnTo>
                    <a:pt x="22225" y="44450"/>
                  </a:lnTo>
                  <a:cubicBezTo>
                    <a:pt x="21209" y="46990"/>
                    <a:pt x="20447" y="49530"/>
                    <a:pt x="19939" y="52070"/>
                  </a:cubicBezTo>
                  <a:lnTo>
                    <a:pt x="10541" y="50165"/>
                  </a:lnTo>
                  <a:lnTo>
                    <a:pt x="19939" y="52070"/>
                  </a:lnTo>
                  <a:cubicBezTo>
                    <a:pt x="19431" y="54737"/>
                    <a:pt x="19177" y="57404"/>
                    <a:pt x="19177" y="60071"/>
                  </a:cubicBezTo>
                  <a:lnTo>
                    <a:pt x="19177" y="968883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37222" y="5794372"/>
            <a:ext cx="5156197" cy="1155697"/>
            <a:chOff x="0" y="0"/>
            <a:chExt cx="5156200" cy="1155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771" y="72771"/>
              <a:ext cx="5010531" cy="1010158"/>
            </a:xfrm>
            <a:custGeom>
              <a:avLst/>
              <a:gdLst/>
              <a:ahLst/>
              <a:cxnLst/>
              <a:rect r="r" b="b" t="t" l="l"/>
              <a:pathLst>
                <a:path h="1010158" w="5010531">
                  <a:moveTo>
                    <a:pt x="254" y="959485"/>
                  </a:moveTo>
                  <a:lnTo>
                    <a:pt x="254" y="50673"/>
                  </a:lnTo>
                  <a:cubicBezTo>
                    <a:pt x="254" y="47371"/>
                    <a:pt x="635" y="44069"/>
                    <a:pt x="1270" y="40767"/>
                  </a:cubicBezTo>
                  <a:cubicBezTo>
                    <a:pt x="1905" y="37465"/>
                    <a:pt x="2921" y="34417"/>
                    <a:pt x="4191" y="31242"/>
                  </a:cubicBezTo>
                  <a:cubicBezTo>
                    <a:pt x="5461" y="28067"/>
                    <a:pt x="6985" y="25273"/>
                    <a:pt x="8890" y="22479"/>
                  </a:cubicBezTo>
                  <a:cubicBezTo>
                    <a:pt x="10795" y="19685"/>
                    <a:pt x="12827" y="17145"/>
                    <a:pt x="15113" y="14859"/>
                  </a:cubicBezTo>
                  <a:cubicBezTo>
                    <a:pt x="17399" y="12573"/>
                    <a:pt x="20066" y="10414"/>
                    <a:pt x="22733" y="8636"/>
                  </a:cubicBezTo>
                  <a:cubicBezTo>
                    <a:pt x="25400" y="6858"/>
                    <a:pt x="28448" y="5207"/>
                    <a:pt x="31496" y="3937"/>
                  </a:cubicBezTo>
                  <a:cubicBezTo>
                    <a:pt x="34544" y="2667"/>
                    <a:pt x="37719" y="1651"/>
                    <a:pt x="41021" y="1016"/>
                  </a:cubicBezTo>
                  <a:cubicBezTo>
                    <a:pt x="44323" y="381"/>
                    <a:pt x="47498" y="0"/>
                    <a:pt x="50927" y="0"/>
                  </a:cubicBezTo>
                  <a:lnTo>
                    <a:pt x="4959858" y="0"/>
                  </a:lnTo>
                  <a:cubicBezTo>
                    <a:pt x="4963160" y="0"/>
                    <a:pt x="4966462" y="381"/>
                    <a:pt x="4969764" y="1016"/>
                  </a:cubicBezTo>
                  <a:cubicBezTo>
                    <a:pt x="4973066" y="1651"/>
                    <a:pt x="4976114" y="2667"/>
                    <a:pt x="4979289" y="3937"/>
                  </a:cubicBezTo>
                  <a:cubicBezTo>
                    <a:pt x="4982464" y="5207"/>
                    <a:pt x="4985258" y="6731"/>
                    <a:pt x="4988052" y="8636"/>
                  </a:cubicBezTo>
                  <a:cubicBezTo>
                    <a:pt x="4990846" y="10541"/>
                    <a:pt x="4993386" y="12573"/>
                    <a:pt x="4995672" y="14859"/>
                  </a:cubicBezTo>
                  <a:cubicBezTo>
                    <a:pt x="4997958" y="17145"/>
                    <a:pt x="5000117" y="19812"/>
                    <a:pt x="5001895" y="22479"/>
                  </a:cubicBezTo>
                  <a:cubicBezTo>
                    <a:pt x="5003673" y="25146"/>
                    <a:pt x="5005324" y="28194"/>
                    <a:pt x="5006594" y="31242"/>
                  </a:cubicBezTo>
                  <a:cubicBezTo>
                    <a:pt x="5007864" y="34290"/>
                    <a:pt x="5008880" y="37465"/>
                    <a:pt x="5009515" y="40767"/>
                  </a:cubicBezTo>
                  <a:cubicBezTo>
                    <a:pt x="5010150" y="44069"/>
                    <a:pt x="5010531" y="47244"/>
                    <a:pt x="5010531" y="50673"/>
                  </a:cubicBezTo>
                  <a:lnTo>
                    <a:pt x="5010531" y="959485"/>
                  </a:lnTo>
                  <a:cubicBezTo>
                    <a:pt x="5010531" y="962787"/>
                    <a:pt x="5010150" y="966089"/>
                    <a:pt x="5009515" y="969391"/>
                  </a:cubicBezTo>
                  <a:cubicBezTo>
                    <a:pt x="5008880" y="972693"/>
                    <a:pt x="5007864" y="975741"/>
                    <a:pt x="5006594" y="978916"/>
                  </a:cubicBezTo>
                  <a:cubicBezTo>
                    <a:pt x="5005324" y="982091"/>
                    <a:pt x="5003800" y="984885"/>
                    <a:pt x="5001895" y="987679"/>
                  </a:cubicBezTo>
                  <a:cubicBezTo>
                    <a:pt x="4999990" y="990473"/>
                    <a:pt x="4997958" y="993013"/>
                    <a:pt x="4995672" y="995299"/>
                  </a:cubicBezTo>
                  <a:cubicBezTo>
                    <a:pt x="4993386" y="997585"/>
                    <a:pt x="4990719" y="999744"/>
                    <a:pt x="4988052" y="1001522"/>
                  </a:cubicBezTo>
                  <a:cubicBezTo>
                    <a:pt x="4985385" y="1003300"/>
                    <a:pt x="4982337" y="1004951"/>
                    <a:pt x="4979289" y="1006221"/>
                  </a:cubicBezTo>
                  <a:cubicBezTo>
                    <a:pt x="4976241" y="1007491"/>
                    <a:pt x="4973066" y="1008507"/>
                    <a:pt x="4969764" y="1009142"/>
                  </a:cubicBezTo>
                  <a:cubicBezTo>
                    <a:pt x="4966462" y="1009777"/>
                    <a:pt x="4963287" y="1010158"/>
                    <a:pt x="4959858" y="1010158"/>
                  </a:cubicBezTo>
                  <a:lnTo>
                    <a:pt x="50673" y="1010158"/>
                  </a:lnTo>
                  <a:cubicBezTo>
                    <a:pt x="47371" y="1010158"/>
                    <a:pt x="44069" y="1009777"/>
                    <a:pt x="40767" y="1009142"/>
                  </a:cubicBezTo>
                  <a:cubicBezTo>
                    <a:pt x="37465" y="1008507"/>
                    <a:pt x="34417" y="1007491"/>
                    <a:pt x="31242" y="1006221"/>
                  </a:cubicBezTo>
                  <a:cubicBezTo>
                    <a:pt x="28067" y="1004951"/>
                    <a:pt x="25273" y="1003427"/>
                    <a:pt x="22479" y="1001522"/>
                  </a:cubicBezTo>
                  <a:cubicBezTo>
                    <a:pt x="19685" y="999617"/>
                    <a:pt x="17145" y="997585"/>
                    <a:pt x="14859" y="995299"/>
                  </a:cubicBezTo>
                  <a:cubicBezTo>
                    <a:pt x="12573" y="993013"/>
                    <a:pt x="10414" y="990346"/>
                    <a:pt x="8636" y="987679"/>
                  </a:cubicBezTo>
                  <a:cubicBezTo>
                    <a:pt x="6858" y="985012"/>
                    <a:pt x="5207" y="981964"/>
                    <a:pt x="3937" y="978916"/>
                  </a:cubicBezTo>
                  <a:cubicBezTo>
                    <a:pt x="2667" y="975868"/>
                    <a:pt x="1651" y="972693"/>
                    <a:pt x="1016" y="969391"/>
                  </a:cubicBezTo>
                  <a:cubicBezTo>
                    <a:pt x="381" y="966089"/>
                    <a:pt x="0" y="962914"/>
                    <a:pt x="0" y="959485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246" y="63500"/>
              <a:ext cx="5029581" cy="1028954"/>
            </a:xfrm>
            <a:custGeom>
              <a:avLst/>
              <a:gdLst/>
              <a:ahLst/>
              <a:cxnLst/>
              <a:rect r="r" b="b" t="t" l="l"/>
              <a:pathLst>
                <a:path h="1028954" w="5029581">
                  <a:moveTo>
                    <a:pt x="254" y="968756"/>
                  </a:moveTo>
                  <a:lnTo>
                    <a:pt x="254" y="59944"/>
                  </a:lnTo>
                  <a:lnTo>
                    <a:pt x="9779" y="59944"/>
                  </a:lnTo>
                  <a:lnTo>
                    <a:pt x="254" y="59944"/>
                  </a:lnTo>
                  <a:cubicBezTo>
                    <a:pt x="254" y="56007"/>
                    <a:pt x="635" y="52070"/>
                    <a:pt x="1397" y="48260"/>
                  </a:cubicBezTo>
                  <a:lnTo>
                    <a:pt x="10795" y="50165"/>
                  </a:lnTo>
                  <a:lnTo>
                    <a:pt x="1397" y="48260"/>
                  </a:lnTo>
                  <a:cubicBezTo>
                    <a:pt x="2159" y="44450"/>
                    <a:pt x="3302" y="40640"/>
                    <a:pt x="4826" y="36957"/>
                  </a:cubicBezTo>
                  <a:lnTo>
                    <a:pt x="13589" y="40640"/>
                  </a:lnTo>
                  <a:lnTo>
                    <a:pt x="4826" y="36957"/>
                  </a:lnTo>
                  <a:cubicBezTo>
                    <a:pt x="6350" y="33274"/>
                    <a:pt x="8128" y="29845"/>
                    <a:pt x="10414" y="26543"/>
                  </a:cubicBezTo>
                  <a:lnTo>
                    <a:pt x="18288" y="31877"/>
                  </a:lnTo>
                  <a:lnTo>
                    <a:pt x="10414" y="26670"/>
                  </a:lnTo>
                  <a:cubicBezTo>
                    <a:pt x="12573" y="23368"/>
                    <a:pt x="15113" y="20320"/>
                    <a:pt x="17907" y="17526"/>
                  </a:cubicBezTo>
                  <a:lnTo>
                    <a:pt x="24638" y="24257"/>
                  </a:lnTo>
                  <a:lnTo>
                    <a:pt x="17907" y="17526"/>
                  </a:lnTo>
                  <a:cubicBezTo>
                    <a:pt x="20701" y="14732"/>
                    <a:pt x="23749" y="12192"/>
                    <a:pt x="27051" y="10033"/>
                  </a:cubicBezTo>
                  <a:lnTo>
                    <a:pt x="32385" y="17907"/>
                  </a:lnTo>
                  <a:lnTo>
                    <a:pt x="26924" y="10160"/>
                  </a:lnTo>
                  <a:cubicBezTo>
                    <a:pt x="30226" y="8001"/>
                    <a:pt x="33655" y="6096"/>
                    <a:pt x="37338" y="4572"/>
                  </a:cubicBezTo>
                  <a:lnTo>
                    <a:pt x="41021" y="13335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50546" y="10541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4969383" y="0"/>
                  </a:lnTo>
                  <a:cubicBezTo>
                    <a:pt x="4973320" y="0"/>
                    <a:pt x="4977257" y="381"/>
                    <a:pt x="4981067" y="1143"/>
                  </a:cubicBezTo>
                  <a:lnTo>
                    <a:pt x="4979162" y="10541"/>
                  </a:lnTo>
                  <a:lnTo>
                    <a:pt x="4981067" y="1143"/>
                  </a:lnTo>
                  <a:cubicBezTo>
                    <a:pt x="4984877" y="1905"/>
                    <a:pt x="4988687" y="3048"/>
                    <a:pt x="4992370" y="4572"/>
                  </a:cubicBezTo>
                  <a:cubicBezTo>
                    <a:pt x="4996053" y="6096"/>
                    <a:pt x="4999482" y="7874"/>
                    <a:pt x="5002784" y="10160"/>
                  </a:cubicBezTo>
                  <a:lnTo>
                    <a:pt x="4997450" y="18034"/>
                  </a:lnTo>
                  <a:lnTo>
                    <a:pt x="5002784" y="10160"/>
                  </a:lnTo>
                  <a:cubicBezTo>
                    <a:pt x="5006086" y="12319"/>
                    <a:pt x="5009134" y="14859"/>
                    <a:pt x="5011928" y="17653"/>
                  </a:cubicBezTo>
                  <a:lnTo>
                    <a:pt x="5005197" y="24384"/>
                  </a:lnTo>
                  <a:lnTo>
                    <a:pt x="5011928" y="17653"/>
                  </a:lnTo>
                  <a:cubicBezTo>
                    <a:pt x="5014722" y="20447"/>
                    <a:pt x="5017262" y="23495"/>
                    <a:pt x="5019421" y="26797"/>
                  </a:cubicBezTo>
                  <a:lnTo>
                    <a:pt x="5011547" y="32131"/>
                  </a:lnTo>
                  <a:lnTo>
                    <a:pt x="5019421" y="26797"/>
                  </a:lnTo>
                  <a:cubicBezTo>
                    <a:pt x="5021580" y="30099"/>
                    <a:pt x="5023485" y="33528"/>
                    <a:pt x="5025009" y="37211"/>
                  </a:cubicBezTo>
                  <a:lnTo>
                    <a:pt x="5016246" y="40894"/>
                  </a:lnTo>
                  <a:lnTo>
                    <a:pt x="5025009" y="37211"/>
                  </a:lnTo>
                  <a:cubicBezTo>
                    <a:pt x="5026533" y="40894"/>
                    <a:pt x="5027676" y="44577"/>
                    <a:pt x="5028438" y="48514"/>
                  </a:cubicBezTo>
                  <a:lnTo>
                    <a:pt x="5019040" y="50419"/>
                  </a:lnTo>
                  <a:lnTo>
                    <a:pt x="5028438" y="48514"/>
                  </a:lnTo>
                  <a:cubicBezTo>
                    <a:pt x="5029200" y="52324"/>
                    <a:pt x="5029581" y="56261"/>
                    <a:pt x="5029581" y="60198"/>
                  </a:cubicBezTo>
                  <a:lnTo>
                    <a:pt x="5029581" y="968756"/>
                  </a:lnTo>
                  <a:cubicBezTo>
                    <a:pt x="5029581" y="972693"/>
                    <a:pt x="5029200" y="976630"/>
                    <a:pt x="5028438" y="980440"/>
                  </a:cubicBezTo>
                  <a:lnTo>
                    <a:pt x="5019040" y="978535"/>
                  </a:lnTo>
                  <a:lnTo>
                    <a:pt x="5028438" y="980440"/>
                  </a:lnTo>
                  <a:cubicBezTo>
                    <a:pt x="5027676" y="984250"/>
                    <a:pt x="5026533" y="988060"/>
                    <a:pt x="5025009" y="991743"/>
                  </a:cubicBezTo>
                  <a:lnTo>
                    <a:pt x="5016246" y="988060"/>
                  </a:lnTo>
                  <a:lnTo>
                    <a:pt x="5025009" y="991743"/>
                  </a:lnTo>
                  <a:cubicBezTo>
                    <a:pt x="5023485" y="995426"/>
                    <a:pt x="5021707" y="998855"/>
                    <a:pt x="5019421" y="1002157"/>
                  </a:cubicBezTo>
                  <a:lnTo>
                    <a:pt x="5011547" y="996823"/>
                  </a:lnTo>
                  <a:lnTo>
                    <a:pt x="5019421" y="1002157"/>
                  </a:lnTo>
                  <a:cubicBezTo>
                    <a:pt x="5017262" y="1005459"/>
                    <a:pt x="5014722" y="1008507"/>
                    <a:pt x="5011928" y="1011301"/>
                  </a:cubicBezTo>
                  <a:lnTo>
                    <a:pt x="5005197" y="1004570"/>
                  </a:lnTo>
                  <a:lnTo>
                    <a:pt x="5011928" y="1011301"/>
                  </a:lnTo>
                  <a:cubicBezTo>
                    <a:pt x="5009134" y="1014095"/>
                    <a:pt x="5006086" y="1016635"/>
                    <a:pt x="5002784" y="1018794"/>
                  </a:cubicBezTo>
                  <a:lnTo>
                    <a:pt x="4997450" y="1010920"/>
                  </a:lnTo>
                  <a:lnTo>
                    <a:pt x="5002784" y="1018794"/>
                  </a:lnTo>
                  <a:cubicBezTo>
                    <a:pt x="4999482" y="1020953"/>
                    <a:pt x="4996053" y="1022858"/>
                    <a:pt x="4992370" y="1024382"/>
                  </a:cubicBezTo>
                  <a:lnTo>
                    <a:pt x="4988687" y="1015619"/>
                  </a:lnTo>
                  <a:lnTo>
                    <a:pt x="4992370" y="1024382"/>
                  </a:lnTo>
                  <a:cubicBezTo>
                    <a:pt x="4988687" y="1025906"/>
                    <a:pt x="4985004" y="1027049"/>
                    <a:pt x="4981067" y="1027811"/>
                  </a:cubicBezTo>
                  <a:lnTo>
                    <a:pt x="4979162" y="1018413"/>
                  </a:lnTo>
                  <a:lnTo>
                    <a:pt x="4981067" y="1027811"/>
                  </a:lnTo>
                  <a:cubicBezTo>
                    <a:pt x="4977257" y="1028573"/>
                    <a:pt x="4973320" y="1028954"/>
                    <a:pt x="4969383" y="1028954"/>
                  </a:cubicBezTo>
                  <a:lnTo>
                    <a:pt x="4969383" y="1019429"/>
                  </a:lnTo>
                  <a:lnTo>
                    <a:pt x="4969383" y="1028700"/>
                  </a:lnTo>
                  <a:lnTo>
                    <a:pt x="60198" y="1028700"/>
                  </a:lnTo>
                  <a:lnTo>
                    <a:pt x="60198" y="1019175"/>
                  </a:lnTo>
                  <a:lnTo>
                    <a:pt x="60198" y="1028700"/>
                  </a:lnTo>
                  <a:cubicBezTo>
                    <a:pt x="56261" y="1028700"/>
                    <a:pt x="52324" y="1028319"/>
                    <a:pt x="48514" y="1027557"/>
                  </a:cubicBezTo>
                  <a:lnTo>
                    <a:pt x="50419" y="1018159"/>
                  </a:lnTo>
                  <a:lnTo>
                    <a:pt x="48514" y="1027557"/>
                  </a:lnTo>
                  <a:cubicBezTo>
                    <a:pt x="44704" y="1026795"/>
                    <a:pt x="40894" y="1025652"/>
                    <a:pt x="37211" y="1024128"/>
                  </a:cubicBezTo>
                  <a:lnTo>
                    <a:pt x="40894" y="1015365"/>
                  </a:lnTo>
                  <a:lnTo>
                    <a:pt x="37211" y="1024128"/>
                  </a:lnTo>
                  <a:cubicBezTo>
                    <a:pt x="33528" y="1022604"/>
                    <a:pt x="30099" y="1020826"/>
                    <a:pt x="26797" y="1018540"/>
                  </a:cubicBezTo>
                  <a:lnTo>
                    <a:pt x="32131" y="1010666"/>
                  </a:lnTo>
                  <a:lnTo>
                    <a:pt x="26797" y="1018540"/>
                  </a:lnTo>
                  <a:cubicBezTo>
                    <a:pt x="23495" y="1016381"/>
                    <a:pt x="20447" y="1013841"/>
                    <a:pt x="17653" y="1011047"/>
                  </a:cubicBezTo>
                  <a:lnTo>
                    <a:pt x="24384" y="1004316"/>
                  </a:lnTo>
                  <a:lnTo>
                    <a:pt x="17653" y="1011047"/>
                  </a:lnTo>
                  <a:cubicBezTo>
                    <a:pt x="14859" y="1008253"/>
                    <a:pt x="12319" y="1005205"/>
                    <a:pt x="10160" y="1001903"/>
                  </a:cubicBezTo>
                  <a:lnTo>
                    <a:pt x="18034" y="996569"/>
                  </a:lnTo>
                  <a:lnTo>
                    <a:pt x="10160" y="1001903"/>
                  </a:lnTo>
                  <a:cubicBezTo>
                    <a:pt x="8001" y="998601"/>
                    <a:pt x="6096" y="995172"/>
                    <a:pt x="4572" y="991489"/>
                  </a:cubicBezTo>
                  <a:lnTo>
                    <a:pt x="13335" y="987806"/>
                  </a:lnTo>
                  <a:lnTo>
                    <a:pt x="4572" y="991489"/>
                  </a:lnTo>
                  <a:cubicBezTo>
                    <a:pt x="3048" y="987806"/>
                    <a:pt x="1905" y="984123"/>
                    <a:pt x="1143" y="980186"/>
                  </a:cubicBezTo>
                  <a:lnTo>
                    <a:pt x="10541" y="978281"/>
                  </a:lnTo>
                  <a:lnTo>
                    <a:pt x="1143" y="980186"/>
                  </a:lnTo>
                  <a:cubicBezTo>
                    <a:pt x="381" y="976376"/>
                    <a:pt x="0" y="972439"/>
                    <a:pt x="0" y="968502"/>
                  </a:cubicBezTo>
                  <a:lnTo>
                    <a:pt x="9525" y="968502"/>
                  </a:lnTo>
                  <a:lnTo>
                    <a:pt x="254" y="968502"/>
                  </a:lnTo>
                  <a:moveTo>
                    <a:pt x="19304" y="968502"/>
                  </a:moveTo>
                  <a:cubicBezTo>
                    <a:pt x="19304" y="971169"/>
                    <a:pt x="19558" y="973836"/>
                    <a:pt x="20066" y="976503"/>
                  </a:cubicBezTo>
                  <a:cubicBezTo>
                    <a:pt x="20574" y="979170"/>
                    <a:pt x="21336" y="981710"/>
                    <a:pt x="22352" y="984123"/>
                  </a:cubicBezTo>
                  <a:cubicBezTo>
                    <a:pt x="23368" y="986663"/>
                    <a:pt x="24638" y="988949"/>
                    <a:pt x="26162" y="991235"/>
                  </a:cubicBezTo>
                  <a:cubicBezTo>
                    <a:pt x="27686" y="993521"/>
                    <a:pt x="29337" y="995553"/>
                    <a:pt x="31242" y="997458"/>
                  </a:cubicBezTo>
                  <a:cubicBezTo>
                    <a:pt x="33147" y="999363"/>
                    <a:pt x="35179" y="1001014"/>
                    <a:pt x="37465" y="1002538"/>
                  </a:cubicBezTo>
                  <a:cubicBezTo>
                    <a:pt x="39751" y="1004062"/>
                    <a:pt x="42037" y="1005332"/>
                    <a:pt x="44577" y="1006348"/>
                  </a:cubicBezTo>
                  <a:cubicBezTo>
                    <a:pt x="47117" y="1007364"/>
                    <a:pt x="49657" y="1008126"/>
                    <a:pt x="52324" y="1008634"/>
                  </a:cubicBezTo>
                  <a:cubicBezTo>
                    <a:pt x="54991" y="1009142"/>
                    <a:pt x="57658" y="1009396"/>
                    <a:pt x="60325" y="1009396"/>
                  </a:cubicBezTo>
                  <a:lnTo>
                    <a:pt x="4969383" y="1009396"/>
                  </a:lnTo>
                  <a:cubicBezTo>
                    <a:pt x="4972050" y="1009396"/>
                    <a:pt x="4974717" y="1009142"/>
                    <a:pt x="4977384" y="1008634"/>
                  </a:cubicBezTo>
                  <a:cubicBezTo>
                    <a:pt x="4980051" y="1008126"/>
                    <a:pt x="4982591" y="1007364"/>
                    <a:pt x="4985004" y="1006348"/>
                  </a:cubicBezTo>
                  <a:cubicBezTo>
                    <a:pt x="4987544" y="1005332"/>
                    <a:pt x="4989830" y="1004062"/>
                    <a:pt x="4992116" y="1002538"/>
                  </a:cubicBezTo>
                  <a:cubicBezTo>
                    <a:pt x="4994402" y="1001014"/>
                    <a:pt x="4996434" y="999363"/>
                    <a:pt x="4998339" y="997458"/>
                  </a:cubicBezTo>
                  <a:cubicBezTo>
                    <a:pt x="5000244" y="995553"/>
                    <a:pt x="5001895" y="993521"/>
                    <a:pt x="5003419" y="991235"/>
                  </a:cubicBezTo>
                  <a:cubicBezTo>
                    <a:pt x="5004943" y="988949"/>
                    <a:pt x="5006213" y="986663"/>
                    <a:pt x="5007229" y="984123"/>
                  </a:cubicBezTo>
                  <a:cubicBezTo>
                    <a:pt x="5008245" y="981583"/>
                    <a:pt x="5009007" y="979043"/>
                    <a:pt x="5009515" y="976503"/>
                  </a:cubicBezTo>
                  <a:cubicBezTo>
                    <a:pt x="5010023" y="973963"/>
                    <a:pt x="5010277" y="971169"/>
                    <a:pt x="5010277" y="968502"/>
                  </a:cubicBezTo>
                  <a:lnTo>
                    <a:pt x="5019802" y="968502"/>
                  </a:lnTo>
                  <a:lnTo>
                    <a:pt x="5010277" y="968502"/>
                  </a:lnTo>
                  <a:lnTo>
                    <a:pt x="5010277" y="59944"/>
                  </a:lnTo>
                  <a:lnTo>
                    <a:pt x="5019802" y="59944"/>
                  </a:lnTo>
                  <a:lnTo>
                    <a:pt x="5010277" y="59944"/>
                  </a:lnTo>
                  <a:cubicBezTo>
                    <a:pt x="5010277" y="57277"/>
                    <a:pt x="5010023" y="54610"/>
                    <a:pt x="5009515" y="51943"/>
                  </a:cubicBezTo>
                  <a:cubicBezTo>
                    <a:pt x="5009007" y="49276"/>
                    <a:pt x="5008245" y="46736"/>
                    <a:pt x="5007229" y="44323"/>
                  </a:cubicBezTo>
                  <a:cubicBezTo>
                    <a:pt x="5006213" y="41910"/>
                    <a:pt x="5004943" y="39497"/>
                    <a:pt x="5003419" y="37211"/>
                  </a:cubicBezTo>
                  <a:cubicBezTo>
                    <a:pt x="5001895" y="34925"/>
                    <a:pt x="5000244" y="32893"/>
                    <a:pt x="4998339" y="30988"/>
                  </a:cubicBezTo>
                  <a:cubicBezTo>
                    <a:pt x="4996434" y="29083"/>
                    <a:pt x="4994402" y="27432"/>
                    <a:pt x="4992116" y="25908"/>
                  </a:cubicBezTo>
                  <a:cubicBezTo>
                    <a:pt x="4989830" y="24384"/>
                    <a:pt x="4987544" y="23114"/>
                    <a:pt x="4985004" y="22098"/>
                  </a:cubicBezTo>
                  <a:lnTo>
                    <a:pt x="4988687" y="13335"/>
                  </a:lnTo>
                  <a:lnTo>
                    <a:pt x="4985004" y="22098"/>
                  </a:lnTo>
                  <a:cubicBezTo>
                    <a:pt x="4982464" y="21082"/>
                    <a:pt x="4979924" y="20320"/>
                    <a:pt x="4977257" y="19812"/>
                  </a:cubicBezTo>
                  <a:cubicBezTo>
                    <a:pt x="4974590" y="19304"/>
                    <a:pt x="4971923" y="19050"/>
                    <a:pt x="4969256" y="19050"/>
                  </a:cubicBezTo>
                  <a:lnTo>
                    <a:pt x="4969256" y="9525"/>
                  </a:lnTo>
                  <a:lnTo>
                    <a:pt x="4969256" y="19050"/>
                  </a:lnTo>
                  <a:lnTo>
                    <a:pt x="60198" y="19050"/>
                  </a:lnTo>
                  <a:lnTo>
                    <a:pt x="60198" y="9525"/>
                  </a:lnTo>
                  <a:lnTo>
                    <a:pt x="60198" y="19050"/>
                  </a:lnTo>
                  <a:cubicBezTo>
                    <a:pt x="57531" y="19050"/>
                    <a:pt x="54864" y="19304"/>
                    <a:pt x="52197" y="19812"/>
                  </a:cubicBezTo>
                  <a:cubicBezTo>
                    <a:pt x="49530" y="20320"/>
                    <a:pt x="46990" y="21082"/>
                    <a:pt x="44450" y="22098"/>
                  </a:cubicBezTo>
                  <a:cubicBezTo>
                    <a:pt x="41910" y="23114"/>
                    <a:pt x="39624" y="24384"/>
                    <a:pt x="37338" y="25908"/>
                  </a:cubicBezTo>
                  <a:cubicBezTo>
                    <a:pt x="35052" y="27432"/>
                    <a:pt x="33020" y="29083"/>
                    <a:pt x="31115" y="30988"/>
                  </a:cubicBezTo>
                  <a:cubicBezTo>
                    <a:pt x="29210" y="32893"/>
                    <a:pt x="27559" y="34925"/>
                    <a:pt x="26035" y="37211"/>
                  </a:cubicBezTo>
                  <a:cubicBezTo>
                    <a:pt x="24511" y="39497"/>
                    <a:pt x="23241" y="41783"/>
                    <a:pt x="22225" y="44323"/>
                  </a:cubicBezTo>
                  <a:cubicBezTo>
                    <a:pt x="21209" y="46863"/>
                    <a:pt x="20447" y="49403"/>
                    <a:pt x="19939" y="51943"/>
                  </a:cubicBezTo>
                  <a:cubicBezTo>
                    <a:pt x="19431" y="54483"/>
                    <a:pt x="19177" y="57277"/>
                    <a:pt x="19177" y="59944"/>
                  </a:cubicBezTo>
                  <a:lnTo>
                    <a:pt x="19177" y="968756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34275" y="3457575"/>
            <a:ext cx="3305175" cy="19050"/>
            <a:chOff x="0" y="0"/>
            <a:chExt cx="3305175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3295650" y="0"/>
                  </a:lnTo>
                  <a:cubicBezTo>
                    <a:pt x="3298317" y="0"/>
                    <a:pt x="3300476" y="889"/>
                    <a:pt x="3302381" y="2794"/>
                  </a:cubicBezTo>
                  <a:cubicBezTo>
                    <a:pt x="3304286" y="4699"/>
                    <a:pt x="3305175" y="6858"/>
                    <a:pt x="3305175" y="9525"/>
                  </a:cubicBezTo>
                  <a:cubicBezTo>
                    <a:pt x="3305175" y="12192"/>
                    <a:pt x="3304286" y="14351"/>
                    <a:pt x="3302381" y="16256"/>
                  </a:cubicBezTo>
                  <a:cubicBezTo>
                    <a:pt x="3300476" y="18161"/>
                    <a:pt x="3298317" y="19050"/>
                    <a:pt x="32956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34275" y="4933950"/>
            <a:ext cx="3305175" cy="19050"/>
            <a:chOff x="0" y="0"/>
            <a:chExt cx="3305175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3295650" y="0"/>
                  </a:lnTo>
                  <a:cubicBezTo>
                    <a:pt x="3298317" y="0"/>
                    <a:pt x="3300476" y="889"/>
                    <a:pt x="3302381" y="2794"/>
                  </a:cubicBezTo>
                  <a:cubicBezTo>
                    <a:pt x="3304286" y="4699"/>
                    <a:pt x="3305175" y="6858"/>
                    <a:pt x="3305175" y="9525"/>
                  </a:cubicBezTo>
                  <a:cubicBezTo>
                    <a:pt x="3305175" y="12192"/>
                    <a:pt x="3304286" y="14351"/>
                    <a:pt x="3302381" y="16256"/>
                  </a:cubicBezTo>
                  <a:cubicBezTo>
                    <a:pt x="3300476" y="18161"/>
                    <a:pt x="3298317" y="19050"/>
                    <a:pt x="32956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0075" y="698173"/>
            <a:ext cx="7057692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Metas e indicadores relacionados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575" y="6006932"/>
            <a:ext cx="2154231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Problemática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Vulnerabilidad ante heladas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1225" y="6006932"/>
            <a:ext cx="1637462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ODS 2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Agricultura resiliente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0703" y="2158832"/>
            <a:ext cx="3033989" cy="101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Meta 2.3</a:t>
            </a:r>
          </a:p>
          <a:p>
            <a:pPr algn="l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Aumentar productividad e ingresos de pequeños productores.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0703" y="3635207"/>
            <a:ext cx="2552167" cy="101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Meta 2.4</a:t>
            </a:r>
          </a:p>
          <a:p>
            <a:pPr algn="l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Promover sistemas alimentarios sostenibles y resilientes.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1265" y="28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994" r="0" b="-399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4762"/>
            <a:ext cx="11420475" cy="7343775"/>
            <a:chOff x="0" y="0"/>
            <a:chExt cx="15227300" cy="9791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791700"/>
            </a:xfrm>
            <a:custGeom>
              <a:avLst/>
              <a:gdLst/>
              <a:ahLst/>
              <a:cxnLst/>
              <a:rect r="r" b="b" t="t" l="l"/>
              <a:pathLst>
                <a:path h="97917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791700"/>
                  </a:lnTo>
                  <a:lnTo>
                    <a:pt x="0" y="979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7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6572" y="1625361"/>
            <a:ext cx="6679434" cy="3927238"/>
            <a:chOff x="0" y="0"/>
            <a:chExt cx="12722468" cy="7480300"/>
          </a:xfrm>
        </p:grpSpPr>
        <p:sp>
          <p:nvSpPr>
            <p:cNvPr name="Freeform 5" id="5">
              <a:hlinkClick r:id="rId3" tooltip="https://canva.link/wxo943ypez8j9ko"/>
            </p:cNvPr>
            <p:cNvSpPr/>
            <p:nvPr/>
          </p:nvSpPr>
          <p:spPr>
            <a:xfrm flipH="false" flipV="false" rot="0">
              <a:off x="69904" y="63500"/>
              <a:ext cx="12582661" cy="7353300"/>
            </a:xfrm>
            <a:custGeom>
              <a:avLst/>
              <a:gdLst/>
              <a:ahLst/>
              <a:cxnLst/>
              <a:rect r="r" b="b" t="t" l="l"/>
              <a:pathLst>
                <a:path h="7353300" w="12582661">
                  <a:moveTo>
                    <a:pt x="0" y="0"/>
                  </a:moveTo>
                  <a:lnTo>
                    <a:pt x="12582661" y="0"/>
                  </a:lnTo>
                  <a:lnTo>
                    <a:pt x="12582661" y="7353300"/>
                  </a:lnTo>
                  <a:lnTo>
                    <a:pt x="0" y="7353300"/>
                  </a:lnTo>
                  <a:close/>
                </a:path>
              </a:pathLst>
            </a:custGeom>
            <a:blipFill>
              <a:blip r:embed="rId4">
                <a:alphaModFix amt="94900"/>
              </a:blip>
              <a:stretch>
                <a:fillRect l="0" t="-6575" r="0" b="-6575"/>
              </a:stretch>
            </a:blipFill>
          </p:spPr>
        </p:sp>
        <p:sp>
          <p:nvSpPr>
            <p:cNvPr name="Freeform 6" id="6">
              <a:hlinkClick r:id="rId5" tooltip="https://canva.link/wxo943ypez8j9ko"/>
            </p:cNvPr>
            <p:cNvSpPr/>
            <p:nvPr/>
          </p:nvSpPr>
          <p:spPr>
            <a:xfrm flipH="false" flipV="false" rot="0">
              <a:off x="730214" y="539623"/>
              <a:ext cx="3345310" cy="257429"/>
            </a:xfrm>
            <a:custGeom>
              <a:avLst/>
              <a:gdLst/>
              <a:ahLst/>
              <a:cxnLst/>
              <a:rect r="r" b="b" t="t" l="l"/>
              <a:pathLst>
                <a:path h="257429" w="3345310">
                  <a:moveTo>
                    <a:pt x="279" y="209296"/>
                  </a:moveTo>
                  <a:lnTo>
                    <a:pt x="279" y="48133"/>
                  </a:lnTo>
                  <a:lnTo>
                    <a:pt x="5592" y="48133"/>
                  </a:lnTo>
                  <a:lnTo>
                    <a:pt x="419" y="48133"/>
                  </a:lnTo>
                  <a:cubicBezTo>
                    <a:pt x="419" y="41783"/>
                    <a:pt x="1817" y="35687"/>
                    <a:pt x="4474" y="29718"/>
                  </a:cubicBezTo>
                  <a:lnTo>
                    <a:pt x="9367" y="31496"/>
                  </a:lnTo>
                  <a:lnTo>
                    <a:pt x="4474" y="29718"/>
                  </a:lnTo>
                  <a:cubicBezTo>
                    <a:pt x="7130" y="23876"/>
                    <a:pt x="11045" y="18669"/>
                    <a:pt x="15938" y="14097"/>
                  </a:cubicBezTo>
                  <a:lnTo>
                    <a:pt x="19713" y="17526"/>
                  </a:lnTo>
                  <a:lnTo>
                    <a:pt x="15938" y="14097"/>
                  </a:lnTo>
                  <a:cubicBezTo>
                    <a:pt x="20831" y="9652"/>
                    <a:pt x="26563" y="6096"/>
                    <a:pt x="33134" y="3683"/>
                  </a:cubicBezTo>
                  <a:lnTo>
                    <a:pt x="35091" y="8128"/>
                  </a:lnTo>
                  <a:lnTo>
                    <a:pt x="33134" y="3683"/>
                  </a:lnTo>
                  <a:cubicBezTo>
                    <a:pt x="39565" y="1270"/>
                    <a:pt x="46416" y="0"/>
                    <a:pt x="53406" y="0"/>
                  </a:cubicBezTo>
                  <a:lnTo>
                    <a:pt x="53406" y="4826"/>
                  </a:lnTo>
                  <a:lnTo>
                    <a:pt x="53406" y="0"/>
                  </a:lnTo>
                  <a:lnTo>
                    <a:pt x="3292323" y="0"/>
                  </a:lnTo>
                  <a:lnTo>
                    <a:pt x="3292323" y="4826"/>
                  </a:lnTo>
                  <a:lnTo>
                    <a:pt x="3292323" y="0"/>
                  </a:lnTo>
                  <a:cubicBezTo>
                    <a:pt x="3299313" y="0"/>
                    <a:pt x="3306024" y="1270"/>
                    <a:pt x="3312595" y="3683"/>
                  </a:cubicBezTo>
                  <a:lnTo>
                    <a:pt x="3310638" y="8128"/>
                  </a:lnTo>
                  <a:lnTo>
                    <a:pt x="3312595" y="3683"/>
                  </a:lnTo>
                  <a:cubicBezTo>
                    <a:pt x="3319026" y="6096"/>
                    <a:pt x="3324758" y="9652"/>
                    <a:pt x="3329791" y="14097"/>
                  </a:cubicBezTo>
                  <a:cubicBezTo>
                    <a:pt x="3334684" y="18542"/>
                    <a:pt x="3338599" y="23749"/>
                    <a:pt x="3341256" y="29718"/>
                  </a:cubicBezTo>
                  <a:lnTo>
                    <a:pt x="3336362" y="31496"/>
                  </a:lnTo>
                  <a:lnTo>
                    <a:pt x="3341256" y="29718"/>
                  </a:lnTo>
                  <a:cubicBezTo>
                    <a:pt x="3343912" y="35560"/>
                    <a:pt x="3345310" y="41783"/>
                    <a:pt x="3345310" y="48133"/>
                  </a:cubicBezTo>
                  <a:lnTo>
                    <a:pt x="3345310" y="209296"/>
                  </a:lnTo>
                  <a:cubicBezTo>
                    <a:pt x="3345310" y="215646"/>
                    <a:pt x="3343912" y="221742"/>
                    <a:pt x="3341256" y="227711"/>
                  </a:cubicBezTo>
                  <a:lnTo>
                    <a:pt x="3336362" y="225933"/>
                  </a:lnTo>
                  <a:lnTo>
                    <a:pt x="3341256" y="227711"/>
                  </a:lnTo>
                  <a:cubicBezTo>
                    <a:pt x="3338599" y="233553"/>
                    <a:pt x="3334684" y="238760"/>
                    <a:pt x="3329791" y="243332"/>
                  </a:cubicBezTo>
                  <a:cubicBezTo>
                    <a:pt x="3324898" y="247777"/>
                    <a:pt x="3319166" y="251333"/>
                    <a:pt x="3312595" y="253746"/>
                  </a:cubicBezTo>
                  <a:lnTo>
                    <a:pt x="3310638" y="249301"/>
                  </a:lnTo>
                  <a:lnTo>
                    <a:pt x="3312595" y="253746"/>
                  </a:lnTo>
                  <a:cubicBezTo>
                    <a:pt x="3306164" y="256159"/>
                    <a:pt x="3299313" y="257429"/>
                    <a:pt x="3292323" y="257429"/>
                  </a:cubicBezTo>
                  <a:lnTo>
                    <a:pt x="3292323" y="252603"/>
                  </a:lnTo>
                  <a:lnTo>
                    <a:pt x="3292323" y="257429"/>
                  </a:lnTo>
                  <a:lnTo>
                    <a:pt x="53127" y="257429"/>
                  </a:lnTo>
                  <a:lnTo>
                    <a:pt x="53127" y="252603"/>
                  </a:lnTo>
                  <a:lnTo>
                    <a:pt x="53127" y="257429"/>
                  </a:lnTo>
                  <a:cubicBezTo>
                    <a:pt x="46136" y="257429"/>
                    <a:pt x="39425" y="256159"/>
                    <a:pt x="32854" y="253746"/>
                  </a:cubicBezTo>
                  <a:lnTo>
                    <a:pt x="34812" y="249301"/>
                  </a:lnTo>
                  <a:lnTo>
                    <a:pt x="32854" y="253746"/>
                  </a:lnTo>
                  <a:cubicBezTo>
                    <a:pt x="26423" y="251333"/>
                    <a:pt x="20691" y="247777"/>
                    <a:pt x="15658" y="243332"/>
                  </a:cubicBezTo>
                  <a:lnTo>
                    <a:pt x="19433" y="239903"/>
                  </a:lnTo>
                  <a:lnTo>
                    <a:pt x="15658" y="243332"/>
                  </a:lnTo>
                  <a:cubicBezTo>
                    <a:pt x="10765" y="238887"/>
                    <a:pt x="6850" y="233680"/>
                    <a:pt x="4194" y="227711"/>
                  </a:cubicBezTo>
                  <a:lnTo>
                    <a:pt x="9087" y="225933"/>
                  </a:lnTo>
                  <a:lnTo>
                    <a:pt x="4194" y="227711"/>
                  </a:lnTo>
                  <a:cubicBezTo>
                    <a:pt x="1538" y="221869"/>
                    <a:pt x="140" y="215646"/>
                    <a:pt x="140" y="209296"/>
                  </a:cubicBezTo>
                  <a:lnTo>
                    <a:pt x="5312" y="209296"/>
                  </a:lnTo>
                  <a:lnTo>
                    <a:pt x="0" y="209296"/>
                  </a:lnTo>
                  <a:moveTo>
                    <a:pt x="10485" y="209296"/>
                  </a:moveTo>
                  <a:cubicBezTo>
                    <a:pt x="10485" y="214376"/>
                    <a:pt x="11604" y="219329"/>
                    <a:pt x="13701" y="224028"/>
                  </a:cubicBezTo>
                  <a:cubicBezTo>
                    <a:pt x="15798" y="228727"/>
                    <a:pt x="18874" y="232918"/>
                    <a:pt x="22928" y="236474"/>
                  </a:cubicBezTo>
                  <a:cubicBezTo>
                    <a:pt x="26843" y="240030"/>
                    <a:pt x="31456" y="242824"/>
                    <a:pt x="36629" y="244856"/>
                  </a:cubicBezTo>
                  <a:cubicBezTo>
                    <a:pt x="41802" y="246888"/>
                    <a:pt x="47255" y="247777"/>
                    <a:pt x="52847" y="247777"/>
                  </a:cubicBezTo>
                  <a:lnTo>
                    <a:pt x="3292323" y="247777"/>
                  </a:lnTo>
                  <a:cubicBezTo>
                    <a:pt x="3297915" y="247777"/>
                    <a:pt x="3303368" y="246761"/>
                    <a:pt x="3308541" y="244856"/>
                  </a:cubicBezTo>
                  <a:cubicBezTo>
                    <a:pt x="3313714" y="242951"/>
                    <a:pt x="3318327" y="240157"/>
                    <a:pt x="3322242" y="236474"/>
                  </a:cubicBezTo>
                  <a:lnTo>
                    <a:pt x="3326017" y="239903"/>
                  </a:lnTo>
                  <a:lnTo>
                    <a:pt x="3322242" y="236474"/>
                  </a:lnTo>
                  <a:cubicBezTo>
                    <a:pt x="3326157" y="232918"/>
                    <a:pt x="3329232" y="228727"/>
                    <a:pt x="3331469" y="224028"/>
                  </a:cubicBezTo>
                  <a:cubicBezTo>
                    <a:pt x="3333566" y="219329"/>
                    <a:pt x="3334684" y="214376"/>
                    <a:pt x="3334684" y="209296"/>
                  </a:cubicBezTo>
                  <a:lnTo>
                    <a:pt x="3339857" y="209296"/>
                  </a:lnTo>
                  <a:lnTo>
                    <a:pt x="3334544" y="209296"/>
                  </a:lnTo>
                  <a:lnTo>
                    <a:pt x="3334544" y="48133"/>
                  </a:lnTo>
                  <a:lnTo>
                    <a:pt x="3339857" y="48133"/>
                  </a:lnTo>
                  <a:lnTo>
                    <a:pt x="3334684" y="48133"/>
                  </a:lnTo>
                  <a:cubicBezTo>
                    <a:pt x="3334684" y="43053"/>
                    <a:pt x="3333566" y="38100"/>
                    <a:pt x="3331469" y="33401"/>
                  </a:cubicBezTo>
                  <a:cubicBezTo>
                    <a:pt x="3329372" y="28702"/>
                    <a:pt x="3326296" y="24511"/>
                    <a:pt x="3322242" y="20955"/>
                  </a:cubicBezTo>
                  <a:lnTo>
                    <a:pt x="3326017" y="17526"/>
                  </a:lnTo>
                  <a:lnTo>
                    <a:pt x="3322242" y="20955"/>
                  </a:lnTo>
                  <a:cubicBezTo>
                    <a:pt x="3318327" y="17399"/>
                    <a:pt x="3313714" y="14605"/>
                    <a:pt x="3308541" y="12573"/>
                  </a:cubicBezTo>
                  <a:cubicBezTo>
                    <a:pt x="3303368" y="10541"/>
                    <a:pt x="3297915" y="9652"/>
                    <a:pt x="3292323" y="9652"/>
                  </a:cubicBezTo>
                  <a:lnTo>
                    <a:pt x="53127" y="9652"/>
                  </a:lnTo>
                  <a:cubicBezTo>
                    <a:pt x="47534" y="9652"/>
                    <a:pt x="42082" y="10668"/>
                    <a:pt x="36909" y="12573"/>
                  </a:cubicBezTo>
                  <a:cubicBezTo>
                    <a:pt x="31736" y="14478"/>
                    <a:pt x="27122" y="17272"/>
                    <a:pt x="23208" y="20955"/>
                  </a:cubicBezTo>
                  <a:cubicBezTo>
                    <a:pt x="19293" y="24511"/>
                    <a:pt x="16217" y="28702"/>
                    <a:pt x="13980" y="33401"/>
                  </a:cubicBezTo>
                  <a:cubicBezTo>
                    <a:pt x="11883" y="38100"/>
                    <a:pt x="10765" y="43053"/>
                    <a:pt x="10765" y="48133"/>
                  </a:cubicBezTo>
                  <a:lnTo>
                    <a:pt x="10765" y="209296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6572" y="5794372"/>
            <a:ext cx="5156197" cy="1155697"/>
            <a:chOff x="0" y="0"/>
            <a:chExt cx="5156200" cy="1155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2898" y="72771"/>
              <a:ext cx="5010531" cy="1010158"/>
            </a:xfrm>
            <a:custGeom>
              <a:avLst/>
              <a:gdLst/>
              <a:ahLst/>
              <a:cxnLst/>
              <a:rect r="r" b="b" t="t" l="l"/>
              <a:pathLst>
                <a:path h="1010158" w="5010531">
                  <a:moveTo>
                    <a:pt x="127" y="959485"/>
                  </a:moveTo>
                  <a:lnTo>
                    <a:pt x="127" y="50673"/>
                  </a:lnTo>
                  <a:cubicBezTo>
                    <a:pt x="127" y="47371"/>
                    <a:pt x="508" y="44069"/>
                    <a:pt x="1143" y="40767"/>
                  </a:cubicBezTo>
                  <a:cubicBezTo>
                    <a:pt x="1778" y="37465"/>
                    <a:pt x="2794" y="34417"/>
                    <a:pt x="4064" y="31242"/>
                  </a:cubicBezTo>
                  <a:cubicBezTo>
                    <a:pt x="5334" y="28067"/>
                    <a:pt x="6858" y="25273"/>
                    <a:pt x="8763" y="22479"/>
                  </a:cubicBezTo>
                  <a:cubicBezTo>
                    <a:pt x="10668" y="19685"/>
                    <a:pt x="12700" y="17145"/>
                    <a:pt x="14986" y="14859"/>
                  </a:cubicBezTo>
                  <a:cubicBezTo>
                    <a:pt x="17272" y="12573"/>
                    <a:pt x="19939" y="10414"/>
                    <a:pt x="22606" y="8636"/>
                  </a:cubicBezTo>
                  <a:cubicBezTo>
                    <a:pt x="25273" y="6858"/>
                    <a:pt x="28321" y="5207"/>
                    <a:pt x="31369" y="3937"/>
                  </a:cubicBezTo>
                  <a:cubicBezTo>
                    <a:pt x="34417" y="2667"/>
                    <a:pt x="37592" y="1651"/>
                    <a:pt x="40894" y="1016"/>
                  </a:cubicBezTo>
                  <a:cubicBezTo>
                    <a:pt x="44196" y="381"/>
                    <a:pt x="47371" y="0"/>
                    <a:pt x="50800" y="0"/>
                  </a:cubicBezTo>
                  <a:lnTo>
                    <a:pt x="4959858" y="0"/>
                  </a:lnTo>
                  <a:cubicBezTo>
                    <a:pt x="4963160" y="0"/>
                    <a:pt x="4966462" y="381"/>
                    <a:pt x="4969764" y="1016"/>
                  </a:cubicBezTo>
                  <a:cubicBezTo>
                    <a:pt x="4973066" y="1651"/>
                    <a:pt x="4976114" y="2667"/>
                    <a:pt x="4979289" y="3937"/>
                  </a:cubicBezTo>
                  <a:cubicBezTo>
                    <a:pt x="4982464" y="5207"/>
                    <a:pt x="4985258" y="6731"/>
                    <a:pt x="4988052" y="8636"/>
                  </a:cubicBezTo>
                  <a:cubicBezTo>
                    <a:pt x="4990846" y="10541"/>
                    <a:pt x="4993386" y="12573"/>
                    <a:pt x="4995672" y="14859"/>
                  </a:cubicBezTo>
                  <a:cubicBezTo>
                    <a:pt x="4997958" y="17145"/>
                    <a:pt x="5000117" y="19812"/>
                    <a:pt x="5001895" y="22479"/>
                  </a:cubicBezTo>
                  <a:cubicBezTo>
                    <a:pt x="5003673" y="25146"/>
                    <a:pt x="5005324" y="28194"/>
                    <a:pt x="5006594" y="31242"/>
                  </a:cubicBezTo>
                  <a:cubicBezTo>
                    <a:pt x="5007864" y="34290"/>
                    <a:pt x="5008880" y="37465"/>
                    <a:pt x="5009515" y="40767"/>
                  </a:cubicBezTo>
                  <a:cubicBezTo>
                    <a:pt x="5010150" y="44069"/>
                    <a:pt x="5010531" y="47244"/>
                    <a:pt x="5010531" y="50673"/>
                  </a:cubicBezTo>
                  <a:lnTo>
                    <a:pt x="5010531" y="959485"/>
                  </a:lnTo>
                  <a:cubicBezTo>
                    <a:pt x="5010531" y="962787"/>
                    <a:pt x="5010150" y="966089"/>
                    <a:pt x="5009515" y="969391"/>
                  </a:cubicBezTo>
                  <a:cubicBezTo>
                    <a:pt x="5008880" y="972693"/>
                    <a:pt x="5007864" y="975741"/>
                    <a:pt x="5006594" y="978916"/>
                  </a:cubicBezTo>
                  <a:cubicBezTo>
                    <a:pt x="5005324" y="982091"/>
                    <a:pt x="5003800" y="984885"/>
                    <a:pt x="5001895" y="987679"/>
                  </a:cubicBezTo>
                  <a:cubicBezTo>
                    <a:pt x="4999990" y="990473"/>
                    <a:pt x="4997958" y="993013"/>
                    <a:pt x="4995672" y="995299"/>
                  </a:cubicBezTo>
                  <a:cubicBezTo>
                    <a:pt x="4993386" y="997585"/>
                    <a:pt x="4990719" y="999744"/>
                    <a:pt x="4988052" y="1001522"/>
                  </a:cubicBezTo>
                  <a:cubicBezTo>
                    <a:pt x="4985385" y="1003300"/>
                    <a:pt x="4982337" y="1004951"/>
                    <a:pt x="4979289" y="1006221"/>
                  </a:cubicBezTo>
                  <a:cubicBezTo>
                    <a:pt x="4976241" y="1007491"/>
                    <a:pt x="4973066" y="1008507"/>
                    <a:pt x="4969764" y="1009142"/>
                  </a:cubicBezTo>
                  <a:cubicBezTo>
                    <a:pt x="4966462" y="1009777"/>
                    <a:pt x="4963287" y="1010158"/>
                    <a:pt x="4959858" y="1010158"/>
                  </a:cubicBezTo>
                  <a:lnTo>
                    <a:pt x="50673" y="1010158"/>
                  </a:lnTo>
                  <a:cubicBezTo>
                    <a:pt x="47371" y="1010158"/>
                    <a:pt x="44069" y="1009777"/>
                    <a:pt x="40767" y="1009142"/>
                  </a:cubicBezTo>
                  <a:cubicBezTo>
                    <a:pt x="37465" y="1008507"/>
                    <a:pt x="34417" y="1007491"/>
                    <a:pt x="31242" y="1006221"/>
                  </a:cubicBezTo>
                  <a:cubicBezTo>
                    <a:pt x="28067" y="1004951"/>
                    <a:pt x="25273" y="1003427"/>
                    <a:pt x="22479" y="1001522"/>
                  </a:cubicBezTo>
                  <a:cubicBezTo>
                    <a:pt x="19685" y="999617"/>
                    <a:pt x="17145" y="997585"/>
                    <a:pt x="14859" y="995299"/>
                  </a:cubicBezTo>
                  <a:cubicBezTo>
                    <a:pt x="12573" y="993013"/>
                    <a:pt x="10414" y="990346"/>
                    <a:pt x="8636" y="987679"/>
                  </a:cubicBezTo>
                  <a:cubicBezTo>
                    <a:pt x="6858" y="985012"/>
                    <a:pt x="5207" y="981964"/>
                    <a:pt x="3937" y="978916"/>
                  </a:cubicBezTo>
                  <a:cubicBezTo>
                    <a:pt x="2667" y="975868"/>
                    <a:pt x="1651" y="972693"/>
                    <a:pt x="1016" y="969391"/>
                  </a:cubicBezTo>
                  <a:cubicBezTo>
                    <a:pt x="381" y="966089"/>
                    <a:pt x="0" y="962914"/>
                    <a:pt x="0" y="959485"/>
                  </a:cubicBezTo>
                  <a:close/>
                </a:path>
              </a:pathLst>
            </a:custGeom>
            <a:solidFill>
              <a:srgbClr val="CFDB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63373"/>
              <a:ext cx="5029581" cy="1029081"/>
            </a:xfrm>
            <a:custGeom>
              <a:avLst/>
              <a:gdLst/>
              <a:ahLst/>
              <a:cxnLst/>
              <a:rect r="r" b="b" t="t" l="l"/>
              <a:pathLst>
                <a:path h="1029081" w="5029581">
                  <a:moveTo>
                    <a:pt x="127" y="968883"/>
                  </a:moveTo>
                  <a:lnTo>
                    <a:pt x="127" y="60071"/>
                  </a:lnTo>
                  <a:lnTo>
                    <a:pt x="9652" y="60071"/>
                  </a:lnTo>
                  <a:lnTo>
                    <a:pt x="127" y="60198"/>
                  </a:lnTo>
                  <a:cubicBezTo>
                    <a:pt x="127" y="56261"/>
                    <a:pt x="508" y="52324"/>
                    <a:pt x="1270" y="48514"/>
                  </a:cubicBezTo>
                  <a:cubicBezTo>
                    <a:pt x="2032" y="44704"/>
                    <a:pt x="3175" y="40894"/>
                    <a:pt x="4699" y="37211"/>
                  </a:cubicBezTo>
                  <a:cubicBezTo>
                    <a:pt x="6223" y="33528"/>
                    <a:pt x="8001" y="30099"/>
                    <a:pt x="10287" y="26797"/>
                  </a:cubicBezTo>
                  <a:lnTo>
                    <a:pt x="18161" y="32131"/>
                  </a:lnTo>
                  <a:lnTo>
                    <a:pt x="10287" y="26797"/>
                  </a:lnTo>
                  <a:cubicBezTo>
                    <a:pt x="12446" y="23495"/>
                    <a:pt x="14986" y="20447"/>
                    <a:pt x="17780" y="17653"/>
                  </a:cubicBezTo>
                  <a:lnTo>
                    <a:pt x="24511" y="24384"/>
                  </a:lnTo>
                  <a:lnTo>
                    <a:pt x="17780" y="17653"/>
                  </a:lnTo>
                  <a:cubicBezTo>
                    <a:pt x="20574" y="14859"/>
                    <a:pt x="23622" y="12319"/>
                    <a:pt x="26924" y="10160"/>
                  </a:cubicBezTo>
                  <a:cubicBezTo>
                    <a:pt x="30226" y="8001"/>
                    <a:pt x="33655" y="6096"/>
                    <a:pt x="37338" y="4572"/>
                  </a:cubicBezTo>
                  <a:lnTo>
                    <a:pt x="41021" y="13335"/>
                  </a:lnTo>
                  <a:lnTo>
                    <a:pt x="37338" y="4572"/>
                  </a:lnTo>
                  <a:cubicBezTo>
                    <a:pt x="41021" y="3048"/>
                    <a:pt x="44704" y="1905"/>
                    <a:pt x="48641" y="1143"/>
                  </a:cubicBezTo>
                  <a:lnTo>
                    <a:pt x="50546" y="10541"/>
                  </a:lnTo>
                  <a:lnTo>
                    <a:pt x="48641" y="1143"/>
                  </a:lnTo>
                  <a:cubicBezTo>
                    <a:pt x="52451" y="381"/>
                    <a:pt x="56388" y="0"/>
                    <a:pt x="60325" y="0"/>
                  </a:cubicBezTo>
                  <a:lnTo>
                    <a:pt x="4969383" y="0"/>
                  </a:lnTo>
                  <a:cubicBezTo>
                    <a:pt x="4973320" y="0"/>
                    <a:pt x="4977257" y="381"/>
                    <a:pt x="4981067" y="1143"/>
                  </a:cubicBezTo>
                  <a:lnTo>
                    <a:pt x="4979162" y="10541"/>
                  </a:lnTo>
                  <a:lnTo>
                    <a:pt x="4981067" y="1143"/>
                  </a:lnTo>
                  <a:cubicBezTo>
                    <a:pt x="4984877" y="1905"/>
                    <a:pt x="4988687" y="3048"/>
                    <a:pt x="4992370" y="4572"/>
                  </a:cubicBezTo>
                  <a:lnTo>
                    <a:pt x="4988687" y="13335"/>
                  </a:lnTo>
                  <a:lnTo>
                    <a:pt x="4992370" y="4572"/>
                  </a:lnTo>
                  <a:cubicBezTo>
                    <a:pt x="4996053" y="6096"/>
                    <a:pt x="4999482" y="7874"/>
                    <a:pt x="5002784" y="10160"/>
                  </a:cubicBezTo>
                  <a:cubicBezTo>
                    <a:pt x="5006086" y="12319"/>
                    <a:pt x="5009134" y="14859"/>
                    <a:pt x="5011928" y="17653"/>
                  </a:cubicBezTo>
                  <a:lnTo>
                    <a:pt x="5005197" y="24384"/>
                  </a:lnTo>
                  <a:lnTo>
                    <a:pt x="5011928" y="17653"/>
                  </a:lnTo>
                  <a:cubicBezTo>
                    <a:pt x="5014722" y="20447"/>
                    <a:pt x="5017262" y="23495"/>
                    <a:pt x="5019421" y="26797"/>
                  </a:cubicBezTo>
                  <a:lnTo>
                    <a:pt x="5011547" y="32131"/>
                  </a:lnTo>
                  <a:lnTo>
                    <a:pt x="5019421" y="26797"/>
                  </a:lnTo>
                  <a:cubicBezTo>
                    <a:pt x="5021580" y="30099"/>
                    <a:pt x="5023485" y="33528"/>
                    <a:pt x="5025009" y="37211"/>
                  </a:cubicBezTo>
                  <a:cubicBezTo>
                    <a:pt x="5026533" y="40894"/>
                    <a:pt x="5027676" y="44577"/>
                    <a:pt x="5028438" y="48514"/>
                  </a:cubicBezTo>
                  <a:lnTo>
                    <a:pt x="5019040" y="50419"/>
                  </a:lnTo>
                  <a:lnTo>
                    <a:pt x="5028438" y="48514"/>
                  </a:lnTo>
                  <a:cubicBezTo>
                    <a:pt x="5029200" y="52324"/>
                    <a:pt x="5029581" y="56261"/>
                    <a:pt x="5029581" y="60198"/>
                  </a:cubicBezTo>
                  <a:lnTo>
                    <a:pt x="5020056" y="60198"/>
                  </a:lnTo>
                  <a:lnTo>
                    <a:pt x="5029581" y="60198"/>
                  </a:lnTo>
                  <a:lnTo>
                    <a:pt x="5029581" y="968883"/>
                  </a:lnTo>
                  <a:lnTo>
                    <a:pt x="5020056" y="968883"/>
                  </a:lnTo>
                  <a:lnTo>
                    <a:pt x="5029581" y="968883"/>
                  </a:lnTo>
                  <a:cubicBezTo>
                    <a:pt x="5029581" y="972820"/>
                    <a:pt x="5029200" y="976757"/>
                    <a:pt x="5028438" y="980567"/>
                  </a:cubicBezTo>
                  <a:lnTo>
                    <a:pt x="5019040" y="978662"/>
                  </a:lnTo>
                  <a:lnTo>
                    <a:pt x="5028438" y="980567"/>
                  </a:lnTo>
                  <a:cubicBezTo>
                    <a:pt x="5027676" y="984377"/>
                    <a:pt x="5026533" y="988187"/>
                    <a:pt x="5025009" y="991870"/>
                  </a:cubicBezTo>
                  <a:cubicBezTo>
                    <a:pt x="5023485" y="995553"/>
                    <a:pt x="5021707" y="998982"/>
                    <a:pt x="5019421" y="1002284"/>
                  </a:cubicBezTo>
                  <a:lnTo>
                    <a:pt x="5011547" y="996950"/>
                  </a:lnTo>
                  <a:lnTo>
                    <a:pt x="5019421" y="1002284"/>
                  </a:lnTo>
                  <a:cubicBezTo>
                    <a:pt x="5017262" y="1005586"/>
                    <a:pt x="5014722" y="1008634"/>
                    <a:pt x="5011928" y="1011428"/>
                  </a:cubicBezTo>
                  <a:cubicBezTo>
                    <a:pt x="5009134" y="1014222"/>
                    <a:pt x="5006086" y="1016762"/>
                    <a:pt x="5002784" y="1018921"/>
                  </a:cubicBezTo>
                  <a:lnTo>
                    <a:pt x="4997450" y="1011047"/>
                  </a:lnTo>
                  <a:lnTo>
                    <a:pt x="5002784" y="1018921"/>
                  </a:lnTo>
                  <a:cubicBezTo>
                    <a:pt x="4999482" y="1021080"/>
                    <a:pt x="4996053" y="1022985"/>
                    <a:pt x="4992370" y="1024509"/>
                  </a:cubicBezTo>
                  <a:lnTo>
                    <a:pt x="4988687" y="1015746"/>
                  </a:lnTo>
                  <a:lnTo>
                    <a:pt x="4992370" y="1024509"/>
                  </a:lnTo>
                  <a:cubicBezTo>
                    <a:pt x="4988687" y="1026033"/>
                    <a:pt x="4985004" y="1027176"/>
                    <a:pt x="4981067" y="1027938"/>
                  </a:cubicBezTo>
                  <a:lnTo>
                    <a:pt x="4979162" y="1018540"/>
                  </a:lnTo>
                  <a:lnTo>
                    <a:pt x="4981067" y="1027938"/>
                  </a:lnTo>
                  <a:cubicBezTo>
                    <a:pt x="4977257" y="1028700"/>
                    <a:pt x="4973320" y="1029081"/>
                    <a:pt x="4969383" y="1029081"/>
                  </a:cubicBezTo>
                  <a:lnTo>
                    <a:pt x="4969383" y="1019556"/>
                  </a:lnTo>
                  <a:lnTo>
                    <a:pt x="4969383" y="1028827"/>
                  </a:lnTo>
                  <a:lnTo>
                    <a:pt x="60198" y="1028827"/>
                  </a:lnTo>
                  <a:lnTo>
                    <a:pt x="60198" y="1019302"/>
                  </a:lnTo>
                  <a:lnTo>
                    <a:pt x="60198" y="1028827"/>
                  </a:lnTo>
                  <a:cubicBezTo>
                    <a:pt x="56261" y="1028827"/>
                    <a:pt x="52324" y="1028446"/>
                    <a:pt x="48514" y="1027684"/>
                  </a:cubicBezTo>
                  <a:lnTo>
                    <a:pt x="50419" y="1018286"/>
                  </a:lnTo>
                  <a:lnTo>
                    <a:pt x="48514" y="1027684"/>
                  </a:lnTo>
                  <a:cubicBezTo>
                    <a:pt x="44704" y="1026922"/>
                    <a:pt x="40894" y="1025779"/>
                    <a:pt x="37211" y="1024255"/>
                  </a:cubicBezTo>
                  <a:lnTo>
                    <a:pt x="40894" y="1015492"/>
                  </a:lnTo>
                  <a:lnTo>
                    <a:pt x="37211" y="1024255"/>
                  </a:lnTo>
                  <a:cubicBezTo>
                    <a:pt x="33528" y="1022731"/>
                    <a:pt x="30099" y="1020953"/>
                    <a:pt x="26797" y="1018667"/>
                  </a:cubicBezTo>
                  <a:cubicBezTo>
                    <a:pt x="23495" y="1016508"/>
                    <a:pt x="20447" y="1013968"/>
                    <a:pt x="17653" y="1011174"/>
                  </a:cubicBezTo>
                  <a:cubicBezTo>
                    <a:pt x="14859" y="1008380"/>
                    <a:pt x="12319" y="1005332"/>
                    <a:pt x="10160" y="1002030"/>
                  </a:cubicBezTo>
                  <a:lnTo>
                    <a:pt x="18034" y="996696"/>
                  </a:lnTo>
                  <a:lnTo>
                    <a:pt x="10160" y="1002030"/>
                  </a:lnTo>
                  <a:cubicBezTo>
                    <a:pt x="8001" y="998728"/>
                    <a:pt x="6096" y="995299"/>
                    <a:pt x="4572" y="991616"/>
                  </a:cubicBezTo>
                  <a:lnTo>
                    <a:pt x="13335" y="987933"/>
                  </a:lnTo>
                  <a:lnTo>
                    <a:pt x="4572" y="991616"/>
                  </a:lnTo>
                  <a:cubicBezTo>
                    <a:pt x="3048" y="987933"/>
                    <a:pt x="1905" y="984250"/>
                    <a:pt x="1143" y="980313"/>
                  </a:cubicBezTo>
                  <a:lnTo>
                    <a:pt x="10541" y="978408"/>
                  </a:lnTo>
                  <a:lnTo>
                    <a:pt x="1143" y="980313"/>
                  </a:lnTo>
                  <a:cubicBezTo>
                    <a:pt x="381" y="976503"/>
                    <a:pt x="0" y="972566"/>
                    <a:pt x="0" y="968629"/>
                  </a:cubicBezTo>
                  <a:lnTo>
                    <a:pt x="9525" y="968629"/>
                  </a:lnTo>
                  <a:lnTo>
                    <a:pt x="127" y="968629"/>
                  </a:lnTo>
                  <a:moveTo>
                    <a:pt x="19177" y="968629"/>
                  </a:moveTo>
                  <a:cubicBezTo>
                    <a:pt x="19177" y="971296"/>
                    <a:pt x="19431" y="973963"/>
                    <a:pt x="19939" y="976630"/>
                  </a:cubicBezTo>
                  <a:cubicBezTo>
                    <a:pt x="20447" y="979297"/>
                    <a:pt x="21209" y="981837"/>
                    <a:pt x="22225" y="984250"/>
                  </a:cubicBezTo>
                  <a:cubicBezTo>
                    <a:pt x="23241" y="986790"/>
                    <a:pt x="24511" y="989076"/>
                    <a:pt x="26035" y="991362"/>
                  </a:cubicBezTo>
                  <a:cubicBezTo>
                    <a:pt x="27559" y="993648"/>
                    <a:pt x="29210" y="995680"/>
                    <a:pt x="31115" y="997585"/>
                  </a:cubicBezTo>
                  <a:lnTo>
                    <a:pt x="24384" y="1004316"/>
                  </a:lnTo>
                  <a:lnTo>
                    <a:pt x="31115" y="997585"/>
                  </a:lnTo>
                  <a:cubicBezTo>
                    <a:pt x="33020" y="999490"/>
                    <a:pt x="35052" y="1001141"/>
                    <a:pt x="37338" y="1002665"/>
                  </a:cubicBezTo>
                  <a:lnTo>
                    <a:pt x="32004" y="1010539"/>
                  </a:lnTo>
                  <a:lnTo>
                    <a:pt x="37338" y="1002665"/>
                  </a:lnTo>
                  <a:cubicBezTo>
                    <a:pt x="39624" y="1004189"/>
                    <a:pt x="41910" y="1005459"/>
                    <a:pt x="44450" y="1006475"/>
                  </a:cubicBezTo>
                  <a:cubicBezTo>
                    <a:pt x="46990" y="1007491"/>
                    <a:pt x="49530" y="1008253"/>
                    <a:pt x="52197" y="1008761"/>
                  </a:cubicBezTo>
                  <a:cubicBezTo>
                    <a:pt x="54864" y="1009269"/>
                    <a:pt x="57531" y="1009523"/>
                    <a:pt x="60198" y="1009523"/>
                  </a:cubicBezTo>
                  <a:lnTo>
                    <a:pt x="4969383" y="1009523"/>
                  </a:lnTo>
                  <a:cubicBezTo>
                    <a:pt x="4972050" y="1009523"/>
                    <a:pt x="4974717" y="1009269"/>
                    <a:pt x="4977384" y="1008761"/>
                  </a:cubicBezTo>
                  <a:cubicBezTo>
                    <a:pt x="4980051" y="1008253"/>
                    <a:pt x="4982591" y="1007491"/>
                    <a:pt x="4985131" y="1006475"/>
                  </a:cubicBezTo>
                  <a:cubicBezTo>
                    <a:pt x="4987671" y="1005459"/>
                    <a:pt x="4989957" y="1004189"/>
                    <a:pt x="4992243" y="1002665"/>
                  </a:cubicBezTo>
                  <a:cubicBezTo>
                    <a:pt x="4994529" y="1001141"/>
                    <a:pt x="4996561" y="999490"/>
                    <a:pt x="4998466" y="997585"/>
                  </a:cubicBezTo>
                  <a:lnTo>
                    <a:pt x="5005197" y="1004316"/>
                  </a:lnTo>
                  <a:lnTo>
                    <a:pt x="4998466" y="997585"/>
                  </a:lnTo>
                  <a:cubicBezTo>
                    <a:pt x="5000371" y="995680"/>
                    <a:pt x="5002022" y="993648"/>
                    <a:pt x="5003546" y="991362"/>
                  </a:cubicBezTo>
                  <a:cubicBezTo>
                    <a:pt x="5005070" y="989076"/>
                    <a:pt x="5006340" y="986790"/>
                    <a:pt x="5007356" y="984250"/>
                  </a:cubicBezTo>
                  <a:lnTo>
                    <a:pt x="5016119" y="987933"/>
                  </a:lnTo>
                  <a:lnTo>
                    <a:pt x="5007356" y="984250"/>
                  </a:lnTo>
                  <a:cubicBezTo>
                    <a:pt x="5008372" y="981710"/>
                    <a:pt x="5009134" y="979170"/>
                    <a:pt x="5009642" y="976503"/>
                  </a:cubicBezTo>
                  <a:cubicBezTo>
                    <a:pt x="5010150" y="973836"/>
                    <a:pt x="5010404" y="971169"/>
                    <a:pt x="5010404" y="968502"/>
                  </a:cubicBezTo>
                  <a:lnTo>
                    <a:pt x="5010404" y="60071"/>
                  </a:lnTo>
                  <a:cubicBezTo>
                    <a:pt x="5010404" y="57404"/>
                    <a:pt x="5010150" y="54737"/>
                    <a:pt x="5009642" y="52070"/>
                  </a:cubicBezTo>
                  <a:cubicBezTo>
                    <a:pt x="5009134" y="49403"/>
                    <a:pt x="5008372" y="46863"/>
                    <a:pt x="5007356" y="44323"/>
                  </a:cubicBezTo>
                  <a:lnTo>
                    <a:pt x="5016119" y="40640"/>
                  </a:lnTo>
                  <a:lnTo>
                    <a:pt x="5007356" y="44323"/>
                  </a:lnTo>
                  <a:cubicBezTo>
                    <a:pt x="5006340" y="41783"/>
                    <a:pt x="5005070" y="39497"/>
                    <a:pt x="5003546" y="37211"/>
                  </a:cubicBezTo>
                  <a:cubicBezTo>
                    <a:pt x="5002022" y="34925"/>
                    <a:pt x="5000371" y="32893"/>
                    <a:pt x="4998466" y="30988"/>
                  </a:cubicBezTo>
                  <a:cubicBezTo>
                    <a:pt x="4996561" y="29083"/>
                    <a:pt x="4994529" y="27432"/>
                    <a:pt x="4992243" y="25908"/>
                  </a:cubicBezTo>
                  <a:lnTo>
                    <a:pt x="4997577" y="18034"/>
                  </a:lnTo>
                  <a:lnTo>
                    <a:pt x="4992243" y="25908"/>
                  </a:lnTo>
                  <a:cubicBezTo>
                    <a:pt x="4989957" y="24384"/>
                    <a:pt x="4987671" y="23114"/>
                    <a:pt x="4985131" y="22098"/>
                  </a:cubicBezTo>
                  <a:cubicBezTo>
                    <a:pt x="4982591" y="21082"/>
                    <a:pt x="4980051" y="20320"/>
                    <a:pt x="4977384" y="19812"/>
                  </a:cubicBezTo>
                  <a:cubicBezTo>
                    <a:pt x="4974717" y="19304"/>
                    <a:pt x="4972050" y="19050"/>
                    <a:pt x="4969383" y="19050"/>
                  </a:cubicBezTo>
                  <a:lnTo>
                    <a:pt x="4969383" y="9525"/>
                  </a:lnTo>
                  <a:lnTo>
                    <a:pt x="4969383" y="19177"/>
                  </a:lnTo>
                  <a:lnTo>
                    <a:pt x="60198" y="19177"/>
                  </a:lnTo>
                  <a:lnTo>
                    <a:pt x="60198" y="9652"/>
                  </a:lnTo>
                  <a:lnTo>
                    <a:pt x="60198" y="19177"/>
                  </a:lnTo>
                  <a:cubicBezTo>
                    <a:pt x="57531" y="19177"/>
                    <a:pt x="54864" y="19431"/>
                    <a:pt x="52197" y="19939"/>
                  </a:cubicBezTo>
                  <a:cubicBezTo>
                    <a:pt x="49530" y="20447"/>
                    <a:pt x="46990" y="21209"/>
                    <a:pt x="44450" y="22225"/>
                  </a:cubicBezTo>
                  <a:cubicBezTo>
                    <a:pt x="41910" y="23241"/>
                    <a:pt x="39624" y="24511"/>
                    <a:pt x="37338" y="26035"/>
                  </a:cubicBezTo>
                  <a:lnTo>
                    <a:pt x="32004" y="18161"/>
                  </a:lnTo>
                  <a:lnTo>
                    <a:pt x="37338" y="26035"/>
                  </a:lnTo>
                  <a:cubicBezTo>
                    <a:pt x="35052" y="27559"/>
                    <a:pt x="33020" y="29210"/>
                    <a:pt x="31115" y="31115"/>
                  </a:cubicBezTo>
                  <a:cubicBezTo>
                    <a:pt x="29210" y="33020"/>
                    <a:pt x="27559" y="35052"/>
                    <a:pt x="26035" y="37338"/>
                  </a:cubicBezTo>
                  <a:cubicBezTo>
                    <a:pt x="24511" y="39624"/>
                    <a:pt x="23241" y="41910"/>
                    <a:pt x="22225" y="44450"/>
                  </a:cubicBezTo>
                  <a:lnTo>
                    <a:pt x="13462" y="40767"/>
                  </a:lnTo>
                  <a:lnTo>
                    <a:pt x="22225" y="44450"/>
                  </a:lnTo>
                  <a:cubicBezTo>
                    <a:pt x="21209" y="46990"/>
                    <a:pt x="20447" y="49530"/>
                    <a:pt x="19939" y="52070"/>
                  </a:cubicBezTo>
                  <a:lnTo>
                    <a:pt x="10541" y="50165"/>
                  </a:lnTo>
                  <a:lnTo>
                    <a:pt x="19939" y="52070"/>
                  </a:lnTo>
                  <a:cubicBezTo>
                    <a:pt x="19431" y="54737"/>
                    <a:pt x="19177" y="57404"/>
                    <a:pt x="19177" y="60071"/>
                  </a:cubicBezTo>
                  <a:lnTo>
                    <a:pt x="19177" y="968883"/>
                  </a:ln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30703" y="2263607"/>
            <a:ext cx="3305175" cy="19050"/>
            <a:chOff x="0" y="0"/>
            <a:chExt cx="3305175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3295650" y="0"/>
                  </a:lnTo>
                  <a:cubicBezTo>
                    <a:pt x="3298317" y="0"/>
                    <a:pt x="3300476" y="889"/>
                    <a:pt x="3302381" y="2794"/>
                  </a:cubicBezTo>
                  <a:cubicBezTo>
                    <a:pt x="3304286" y="4699"/>
                    <a:pt x="3305175" y="6858"/>
                    <a:pt x="3305175" y="9525"/>
                  </a:cubicBezTo>
                  <a:cubicBezTo>
                    <a:pt x="3305175" y="12192"/>
                    <a:pt x="3304286" y="14351"/>
                    <a:pt x="3302381" y="16256"/>
                  </a:cubicBezTo>
                  <a:cubicBezTo>
                    <a:pt x="3300476" y="18161"/>
                    <a:pt x="3298317" y="19050"/>
                    <a:pt x="32956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30703" y="4067175"/>
            <a:ext cx="3305175" cy="19050"/>
            <a:chOff x="0" y="0"/>
            <a:chExt cx="3305175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3295650" y="0"/>
                  </a:lnTo>
                  <a:cubicBezTo>
                    <a:pt x="3298317" y="0"/>
                    <a:pt x="3300476" y="889"/>
                    <a:pt x="3302381" y="2794"/>
                  </a:cubicBezTo>
                  <a:cubicBezTo>
                    <a:pt x="3304286" y="4699"/>
                    <a:pt x="3305175" y="6858"/>
                    <a:pt x="3305175" y="9525"/>
                  </a:cubicBezTo>
                  <a:cubicBezTo>
                    <a:pt x="3305175" y="12192"/>
                    <a:pt x="3304286" y="14351"/>
                    <a:pt x="3302381" y="16256"/>
                  </a:cubicBezTo>
                  <a:cubicBezTo>
                    <a:pt x="3300476" y="18161"/>
                    <a:pt x="3298317" y="19050"/>
                    <a:pt x="32956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2916" y="488652"/>
            <a:ext cx="2891819" cy="19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 spc="-3">
                <a:solidFill>
                  <a:srgbClr val="373B48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UNIVERSIDAD PERUANA CAYETANO HEREDIA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698173"/>
            <a:ext cx="7057692" cy="60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-33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Metas e indicadores relacionados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77801" y="-1264981"/>
            <a:ext cx="3542050" cy="2000341"/>
            <a:chOff x="0" y="0"/>
            <a:chExt cx="143924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9243" cy="812800"/>
            </a:xfrm>
            <a:custGeom>
              <a:avLst/>
              <a:gdLst/>
              <a:ahLst/>
              <a:cxnLst/>
              <a:rect r="r" b="b" t="t" l="l"/>
              <a:pathLst>
                <a:path h="812800" w="1439243">
                  <a:moveTo>
                    <a:pt x="0" y="0"/>
                  </a:moveTo>
                  <a:lnTo>
                    <a:pt x="1439243" y="0"/>
                  </a:lnTo>
                  <a:lnTo>
                    <a:pt x="1439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3924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265" y="2871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2"/>
                </a:lnTo>
                <a:lnTo>
                  <a:pt x="0" y="817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994" r="0" b="-3994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534275" y="5552599"/>
            <a:ext cx="3305175" cy="19050"/>
            <a:chOff x="0" y="0"/>
            <a:chExt cx="3305175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5175" cy="19050"/>
            </a:xfrm>
            <a:custGeom>
              <a:avLst/>
              <a:gdLst/>
              <a:ahLst/>
              <a:cxnLst/>
              <a:rect r="r" b="b" t="t" l="l"/>
              <a:pathLst>
                <a:path h="19050" w="33051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3295650" y="0"/>
                  </a:lnTo>
                  <a:cubicBezTo>
                    <a:pt x="3298317" y="0"/>
                    <a:pt x="3300476" y="889"/>
                    <a:pt x="3302381" y="2794"/>
                  </a:cubicBezTo>
                  <a:cubicBezTo>
                    <a:pt x="3304286" y="4699"/>
                    <a:pt x="3305175" y="6858"/>
                    <a:pt x="3305175" y="9525"/>
                  </a:cubicBezTo>
                  <a:cubicBezTo>
                    <a:pt x="3305175" y="12192"/>
                    <a:pt x="3304286" y="14351"/>
                    <a:pt x="3302381" y="16256"/>
                  </a:cubicBezTo>
                  <a:cubicBezTo>
                    <a:pt x="3300476" y="18161"/>
                    <a:pt x="3298317" y="19050"/>
                    <a:pt x="32956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2586B">
                <a:alpha val="25098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34275" y="4572000"/>
            <a:ext cx="2154231" cy="76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6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Indicador 3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Perdida de producción por helada.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6980" y="5983698"/>
            <a:ext cx="1637462" cy="63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-13">
                <a:solidFill>
                  <a:srgbClr val="52586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ODS 2</a:t>
            </a:r>
          </a:p>
          <a:p>
            <a:pPr algn="l">
              <a:lnSpc>
                <a:spcPts val="1889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Agricultura resiliente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34275" y="1446331"/>
            <a:ext cx="3033989" cy="59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Indicador 1</a:t>
            </a:r>
          </a:p>
          <a:p>
            <a:pPr algn="l">
              <a:lnSpc>
                <a:spcPts val="2174"/>
              </a:lnSpc>
            </a:pPr>
            <a:r>
              <a:rPr lang="en-US" sz="1350" spc="-4">
                <a:solidFill>
                  <a:srgbClr val="52586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Produccion obtenida en KG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30703" y="2770604"/>
            <a:ext cx="2636112" cy="107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1689" b="true">
                <a:solidFill>
                  <a:srgbClr val="373B48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Indicador 2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2586B"/>
                </a:solidFill>
                <a:latin typeface="Open Sans 2"/>
                <a:ea typeface="Open Sans 2"/>
                <a:cs typeface="Open Sans 2"/>
                <a:sym typeface="Open Sans 2"/>
              </a:rPr>
              <a:t>ingreso generado por actividad agrícola /S</a:t>
            </a:r>
          </a:p>
          <a:p>
            <a:pPr algn="l">
              <a:lnSpc>
                <a:spcPts val="2718"/>
              </a:lnSpc>
            </a:pPr>
            <a:r>
              <a:rPr lang="en-US" b="true" sz="1687" spc="-16">
                <a:solidFill>
                  <a:srgbClr val="373B4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07860" y="2838"/>
            <a:ext cx="11430000" cy="7566302"/>
          </a:xfrm>
          <a:custGeom>
            <a:avLst/>
            <a:gdLst/>
            <a:ahLst/>
            <a:cxnLst/>
            <a:rect r="r" b="b" t="t" l="l"/>
            <a:pathLst>
              <a:path h="7566302" w="11430000">
                <a:moveTo>
                  <a:pt x="0" y="0"/>
                </a:moveTo>
                <a:lnTo>
                  <a:pt x="11430000" y="0"/>
                </a:lnTo>
                <a:lnTo>
                  <a:pt x="11430000" y="7566301"/>
                </a:lnTo>
                <a:lnTo>
                  <a:pt x="0" y="7566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49" r="0" b="-6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035" y="2838"/>
            <a:ext cx="2012646" cy="817402"/>
          </a:xfrm>
          <a:custGeom>
            <a:avLst/>
            <a:gdLst/>
            <a:ahLst/>
            <a:cxnLst/>
            <a:rect r="r" b="b" t="t" l="l"/>
            <a:pathLst>
              <a:path h="817402" w="2012646">
                <a:moveTo>
                  <a:pt x="0" y="0"/>
                </a:moveTo>
                <a:lnTo>
                  <a:pt x="2012646" y="0"/>
                </a:lnTo>
                <a:lnTo>
                  <a:pt x="2012646" y="817401"/>
                </a:lnTo>
                <a:lnTo>
                  <a:pt x="0" y="81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94" r="0" b="-399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8346" y="1351827"/>
            <a:ext cx="9538821" cy="298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49"/>
              </a:lnSpc>
            </a:pPr>
            <a:r>
              <a:rPr lang="en-US" b="true" sz="17535">
                <a:solidFill>
                  <a:srgbClr val="E2E4E9"/>
                </a:solidFill>
                <a:latin typeface="Open Sans 3 Bold"/>
                <a:ea typeface="Open Sans 3 Bold"/>
                <a:cs typeface="Open Sans 3 Bold"/>
                <a:sym typeface="Open Sans 3 Bold"/>
              </a:rPr>
              <a:t>GRACIAS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4290" y="3877417"/>
            <a:ext cx="2701420" cy="59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</a:pPr>
            <a:r>
              <a:rPr lang="en-US" sz="3506">
                <a:solidFill>
                  <a:srgbClr val="E2E4E9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DAHVVix9xO8</dc:identifier>
  <dcterms:modified xsi:type="dcterms:W3CDTF">2011-08-01T06:04:30Z</dcterms:modified>
  <cp:revision>1</cp:revision>
  <dc:title>PROYECTO GRUPO 12: PROBLEMATICA</dc:title>
</cp:coreProperties>
</file>